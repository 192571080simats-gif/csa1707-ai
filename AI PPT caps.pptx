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60" r:id="rId3"/>
    <p:sldId id="258" r:id="rId4"/>
    <p:sldId id="261" r:id="rId5"/>
    <p:sldId id="259" r:id="rId6"/>
    <p:sldId id="277" r:id="rId7"/>
    <p:sldId id="279" r:id="rId8"/>
    <p:sldId id="264" r:id="rId9"/>
    <p:sldId id="282" r:id="rId10"/>
    <p:sldId id="273" r:id="rId11"/>
    <p:sldId id="274" r:id="rId12"/>
    <p:sldId id="275" r:id="rId13"/>
    <p:sldId id="284" r:id="rId14"/>
    <p:sldId id="262" r:id="rId15"/>
    <p:sldId id="283" r:id="rId16"/>
    <p:sldId id="265" r:id="rId17"/>
    <p:sldId id="267" r:id="rId18"/>
    <p:sldId id="268" r:id="rId19"/>
    <p:sldId id="269"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5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2660EF-C9EA-45F0-9450-A7E526C4B63A}" v="57" dt="2026-08-14T03:51:47.8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8" d="100"/>
          <a:sy n="58" d="100"/>
        </p:scale>
        <p:origin x="140" y="68"/>
      </p:cViewPr>
      <p:guideLst>
        <p:guide orient="horz" pos="2852"/>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ferlin Boffy" userId="0c47bb98e241aa4a" providerId="LiveId" clId="{85390274-81C7-4CF0-AC5B-A735F2595B03}"/>
    <pc:docChg chg="undo custSel addSld delSld modSld">
      <pc:chgData name="Geferlin Boffy" userId="0c47bb98e241aa4a" providerId="LiveId" clId="{85390274-81C7-4CF0-AC5B-A735F2595B03}" dt="2026-08-14T03:52:20.150" v="540" actId="14100"/>
      <pc:docMkLst>
        <pc:docMk/>
      </pc:docMkLst>
      <pc:sldChg chg="modSp mod">
        <pc:chgData name="Geferlin Boffy" userId="0c47bb98e241aa4a" providerId="LiveId" clId="{85390274-81C7-4CF0-AC5B-A735F2595B03}" dt="2026-08-14T03:52:20.150" v="540" actId="14100"/>
        <pc:sldMkLst>
          <pc:docMk/>
          <pc:sldMk cId="0" sldId="256"/>
        </pc:sldMkLst>
        <pc:spChg chg="mod">
          <ac:chgData name="Geferlin Boffy" userId="0c47bb98e241aa4a" providerId="LiveId" clId="{85390274-81C7-4CF0-AC5B-A735F2595B03}" dt="2026-08-14T03:50:25.460" v="496" actId="255"/>
          <ac:spMkLst>
            <pc:docMk/>
            <pc:sldMk cId="0" sldId="256"/>
            <ac:spMk id="3" creationId="{00000000-0000-0000-0000-000000000000}"/>
          </ac:spMkLst>
        </pc:spChg>
        <pc:spChg chg="mod">
          <ac:chgData name="Geferlin Boffy" userId="0c47bb98e241aa4a" providerId="LiveId" clId="{85390274-81C7-4CF0-AC5B-A735F2595B03}" dt="2026-08-14T03:52:20.150" v="540" actId="14100"/>
          <ac:spMkLst>
            <pc:docMk/>
            <pc:sldMk cId="0" sldId="256"/>
            <ac:spMk id="5" creationId="{00000000-0000-0000-0000-000000000000}"/>
          </ac:spMkLst>
        </pc:spChg>
      </pc:sldChg>
      <pc:sldChg chg="addSp modSp mod">
        <pc:chgData name="Geferlin Boffy" userId="0c47bb98e241aa4a" providerId="LiveId" clId="{85390274-81C7-4CF0-AC5B-A735F2595B03}" dt="2026-08-14T03:42:05.886" v="480" actId="1076"/>
        <pc:sldMkLst>
          <pc:docMk/>
          <pc:sldMk cId="0" sldId="258"/>
        </pc:sldMkLst>
        <pc:spChg chg="mod">
          <ac:chgData name="Geferlin Boffy" userId="0c47bb98e241aa4a" providerId="LiveId" clId="{85390274-81C7-4CF0-AC5B-A735F2595B03}" dt="2026-08-14T03:42:05.886" v="480" actId="1076"/>
          <ac:spMkLst>
            <pc:docMk/>
            <pc:sldMk cId="0" sldId="258"/>
            <ac:spMk id="7" creationId="{00000000-0000-0000-0000-000000000000}"/>
          </ac:spMkLst>
        </pc:spChg>
        <pc:picChg chg="add mod">
          <ac:chgData name="Geferlin Boffy" userId="0c47bb98e241aa4a" providerId="LiveId" clId="{85390274-81C7-4CF0-AC5B-A735F2595B03}" dt="2026-08-14T03:41:56.524" v="479" actId="1076"/>
          <ac:picMkLst>
            <pc:docMk/>
            <pc:sldMk cId="0" sldId="258"/>
            <ac:picMk id="9" creationId="{42EE8194-79EA-A12A-C279-5A04B669301A}"/>
          </ac:picMkLst>
        </pc:picChg>
      </pc:sldChg>
      <pc:sldChg chg="addSp modSp mod">
        <pc:chgData name="Geferlin Boffy" userId="0c47bb98e241aa4a" providerId="LiveId" clId="{85390274-81C7-4CF0-AC5B-A735F2595B03}" dt="2026-08-14T03:46:19.802" v="491" actId="1076"/>
        <pc:sldMkLst>
          <pc:docMk/>
          <pc:sldMk cId="0" sldId="259"/>
        </pc:sldMkLst>
        <pc:spChg chg="mod">
          <ac:chgData name="Geferlin Boffy" userId="0c47bb98e241aa4a" providerId="LiveId" clId="{85390274-81C7-4CF0-AC5B-A735F2595B03}" dt="2026-08-14T02:33:30.161" v="27" actId="1076"/>
          <ac:spMkLst>
            <pc:docMk/>
            <pc:sldMk cId="0" sldId="259"/>
            <ac:spMk id="2" creationId="{00000000-0000-0000-0000-000000000000}"/>
          </ac:spMkLst>
        </pc:spChg>
        <pc:spChg chg="add mod">
          <ac:chgData name="Geferlin Boffy" userId="0c47bb98e241aa4a" providerId="LiveId" clId="{85390274-81C7-4CF0-AC5B-A735F2595B03}" dt="2026-08-14T03:46:19.802" v="491" actId="1076"/>
          <ac:spMkLst>
            <pc:docMk/>
            <pc:sldMk cId="0" sldId="259"/>
            <ac:spMk id="9" creationId="{20E78580-6F23-39D0-000F-47C8D7777272}"/>
          </ac:spMkLst>
        </pc:spChg>
        <pc:picChg chg="add mod modCrop">
          <ac:chgData name="Geferlin Boffy" userId="0c47bb98e241aa4a" providerId="LiveId" clId="{85390274-81C7-4CF0-AC5B-A735F2595B03}" dt="2026-08-14T03:38:04.509" v="454" actId="14100"/>
          <ac:picMkLst>
            <pc:docMk/>
            <pc:sldMk cId="0" sldId="259"/>
            <ac:picMk id="10" creationId="{07F587D0-92A1-650E-4B4A-3C872A0333D0}"/>
          </ac:picMkLst>
        </pc:picChg>
      </pc:sldChg>
      <pc:sldChg chg="addSp delSp modSp mod">
        <pc:chgData name="Geferlin Boffy" userId="0c47bb98e241aa4a" providerId="LiveId" clId="{85390274-81C7-4CF0-AC5B-A735F2595B03}" dt="2026-08-14T03:34:45.329" v="414" actId="1076"/>
        <pc:sldMkLst>
          <pc:docMk/>
          <pc:sldMk cId="0" sldId="260"/>
        </pc:sldMkLst>
        <pc:spChg chg="add del mod">
          <ac:chgData name="Geferlin Boffy" userId="0c47bb98e241aa4a" providerId="LiveId" clId="{85390274-81C7-4CF0-AC5B-A735F2595B03}" dt="2026-08-14T02:29:22.093" v="4"/>
          <ac:spMkLst>
            <pc:docMk/>
            <pc:sldMk cId="0" sldId="260"/>
            <ac:spMk id="7" creationId="{8DF24316-43C4-A454-1750-25EE47F5A37C}"/>
          </ac:spMkLst>
        </pc:spChg>
        <pc:spChg chg="add mod">
          <ac:chgData name="Geferlin Boffy" userId="0c47bb98e241aa4a" providerId="LiveId" clId="{85390274-81C7-4CF0-AC5B-A735F2595B03}" dt="2026-08-14T03:32:46.168" v="404" actId="2711"/>
          <ac:spMkLst>
            <pc:docMk/>
            <pc:sldMk cId="0" sldId="260"/>
            <ac:spMk id="9" creationId="{1298CBAA-4211-B5B6-4881-7A6995357305}"/>
          </ac:spMkLst>
        </pc:spChg>
        <pc:picChg chg="add mod modCrop">
          <ac:chgData name="Geferlin Boffy" userId="0c47bb98e241aa4a" providerId="LiveId" clId="{85390274-81C7-4CF0-AC5B-A735F2595B03}" dt="2026-08-14T03:34:45.329" v="414" actId="1076"/>
          <ac:picMkLst>
            <pc:docMk/>
            <pc:sldMk cId="0" sldId="260"/>
            <ac:picMk id="11" creationId="{B9346182-F427-52C1-09C3-D78DB3687DFD}"/>
          </ac:picMkLst>
        </pc:picChg>
      </pc:sldChg>
      <pc:sldChg chg="addSp modSp mod">
        <pc:chgData name="Geferlin Boffy" userId="0c47bb98e241aa4a" providerId="LiveId" clId="{85390274-81C7-4CF0-AC5B-A735F2595B03}" dt="2026-08-14T03:42:33.842" v="487" actId="1076"/>
        <pc:sldMkLst>
          <pc:docMk/>
          <pc:sldMk cId="0" sldId="261"/>
        </pc:sldMkLst>
        <pc:spChg chg="add mod">
          <ac:chgData name="Geferlin Boffy" userId="0c47bb98e241aa4a" providerId="LiveId" clId="{85390274-81C7-4CF0-AC5B-A735F2595B03}" dt="2026-08-14T03:42:29.822" v="486" actId="1076"/>
          <ac:spMkLst>
            <pc:docMk/>
            <pc:sldMk cId="0" sldId="261"/>
            <ac:spMk id="5" creationId="{D841240A-21A0-8E47-5388-B4994638D07E}"/>
          </ac:spMkLst>
        </pc:spChg>
        <pc:picChg chg="add mod modCrop">
          <ac:chgData name="Geferlin Boffy" userId="0c47bb98e241aa4a" providerId="LiveId" clId="{85390274-81C7-4CF0-AC5B-A735F2595B03}" dt="2026-08-14T03:42:33.842" v="487" actId="1076"/>
          <ac:picMkLst>
            <pc:docMk/>
            <pc:sldMk cId="0" sldId="261"/>
            <ac:picMk id="9" creationId="{43B7DE68-1325-BB1B-2E88-940285000F4A}"/>
          </ac:picMkLst>
        </pc:picChg>
      </pc:sldChg>
      <pc:sldChg chg="addSp modSp">
        <pc:chgData name="Geferlin Boffy" userId="0c47bb98e241aa4a" providerId="LiveId" clId="{85390274-81C7-4CF0-AC5B-A735F2595B03}" dt="2026-08-14T02:42:45.340" v="59"/>
        <pc:sldMkLst>
          <pc:docMk/>
          <pc:sldMk cId="0" sldId="262"/>
        </pc:sldMkLst>
        <pc:picChg chg="add mod">
          <ac:chgData name="Geferlin Boffy" userId="0c47bb98e241aa4a" providerId="LiveId" clId="{85390274-81C7-4CF0-AC5B-A735F2595B03}" dt="2026-08-14T02:42:45.340" v="59"/>
          <ac:picMkLst>
            <pc:docMk/>
            <pc:sldMk cId="0" sldId="262"/>
            <ac:picMk id="7" creationId="{EC9D3438-7441-07B5-838C-7FE2D97A483C}"/>
          </ac:picMkLst>
        </pc:picChg>
      </pc:sldChg>
      <pc:sldChg chg="del">
        <pc:chgData name="Geferlin Boffy" userId="0c47bb98e241aa4a" providerId="LiveId" clId="{85390274-81C7-4CF0-AC5B-A735F2595B03}" dt="2026-08-14T02:51:08.404" v="78" actId="2696"/>
        <pc:sldMkLst>
          <pc:docMk/>
          <pc:sldMk cId="0" sldId="263"/>
        </pc:sldMkLst>
      </pc:sldChg>
      <pc:sldChg chg="addSp delSp modSp mod">
        <pc:chgData name="Geferlin Boffy" userId="0c47bb98e241aa4a" providerId="LiveId" clId="{85390274-81C7-4CF0-AC5B-A735F2595B03}" dt="2026-08-14T02:50:45.804" v="76" actId="14100"/>
        <pc:sldMkLst>
          <pc:docMk/>
          <pc:sldMk cId="0" sldId="264"/>
        </pc:sldMkLst>
        <pc:graphicFrameChg chg="del modGraphic">
          <ac:chgData name="Geferlin Boffy" userId="0c47bb98e241aa4a" providerId="LiveId" clId="{85390274-81C7-4CF0-AC5B-A735F2595B03}" dt="2026-08-14T02:50:26.108" v="70" actId="478"/>
          <ac:graphicFrameMkLst>
            <pc:docMk/>
            <pc:sldMk cId="0" sldId="264"/>
            <ac:graphicFrameMk id="7" creationId="{0812DABF-9A5A-3630-D1A5-8DAF182408C8}"/>
          </ac:graphicFrameMkLst>
        </pc:graphicFrameChg>
        <pc:picChg chg="add mod">
          <ac:chgData name="Geferlin Boffy" userId="0c47bb98e241aa4a" providerId="LiveId" clId="{85390274-81C7-4CF0-AC5B-A735F2595B03}" dt="2026-08-14T02:50:45.804" v="76" actId="14100"/>
          <ac:picMkLst>
            <pc:docMk/>
            <pc:sldMk cId="0" sldId="264"/>
            <ac:picMk id="10" creationId="{B55D9697-8C87-5FFA-0E30-D1F913F0AF22}"/>
          </ac:picMkLst>
        </pc:picChg>
      </pc:sldChg>
      <pc:sldChg chg="addSp delSp modSp mod">
        <pc:chgData name="Geferlin Boffy" userId="0c47bb98e241aa4a" providerId="LiveId" clId="{85390274-81C7-4CF0-AC5B-A735F2595B03}" dt="2026-08-14T03:11:22.522" v="254" actId="14100"/>
        <pc:sldMkLst>
          <pc:docMk/>
          <pc:sldMk cId="0" sldId="265"/>
        </pc:sldMkLst>
        <pc:spChg chg="add del mod">
          <ac:chgData name="Geferlin Boffy" userId="0c47bb98e241aa4a" providerId="LiveId" clId="{85390274-81C7-4CF0-AC5B-A735F2595B03}" dt="2026-08-14T03:10:11.135" v="240" actId="22"/>
          <ac:spMkLst>
            <pc:docMk/>
            <pc:sldMk cId="0" sldId="265"/>
            <ac:spMk id="9" creationId="{816A06E3-CFEA-2FD4-E9DD-7FEF3E60CA3D}"/>
          </ac:spMkLst>
        </pc:spChg>
        <pc:spChg chg="add del">
          <ac:chgData name="Geferlin Boffy" userId="0c47bb98e241aa4a" providerId="LiveId" clId="{85390274-81C7-4CF0-AC5B-A735F2595B03}" dt="2026-08-14T03:10:34.627" v="243" actId="22"/>
          <ac:spMkLst>
            <pc:docMk/>
            <pc:sldMk cId="0" sldId="265"/>
            <ac:spMk id="13" creationId="{9FD78A51-DB66-9D07-86EF-634CFDE8BB84}"/>
          </ac:spMkLst>
        </pc:spChg>
        <pc:spChg chg="add mod">
          <ac:chgData name="Geferlin Boffy" userId="0c47bb98e241aa4a" providerId="LiveId" clId="{85390274-81C7-4CF0-AC5B-A735F2595B03}" dt="2026-08-14T03:11:22.522" v="254" actId="14100"/>
          <ac:spMkLst>
            <pc:docMk/>
            <pc:sldMk cId="0" sldId="265"/>
            <ac:spMk id="15" creationId="{5C1A3CD2-3C77-D5A3-16A0-F3C0FED19C85}"/>
          </ac:spMkLst>
        </pc:spChg>
        <pc:picChg chg="del">
          <ac:chgData name="Geferlin Boffy" userId="0c47bb98e241aa4a" providerId="LiveId" clId="{85390274-81C7-4CF0-AC5B-A735F2595B03}" dt="2026-08-14T03:00:45.481" v="173" actId="21"/>
          <ac:picMkLst>
            <pc:docMk/>
            <pc:sldMk cId="0" sldId="265"/>
            <ac:picMk id="8" creationId="{02584695-1269-43A3-F89A-6A72460E38A0}"/>
          </ac:picMkLst>
        </pc:picChg>
        <pc:picChg chg="del">
          <ac:chgData name="Geferlin Boffy" userId="0c47bb98e241aa4a" providerId="LiveId" clId="{85390274-81C7-4CF0-AC5B-A735F2595B03}" dt="2026-08-14T03:00:48.299" v="174" actId="21"/>
          <ac:picMkLst>
            <pc:docMk/>
            <pc:sldMk cId="0" sldId="265"/>
            <ac:picMk id="10" creationId="{298C445F-7799-68B3-04D7-DCF1D5DFB25E}"/>
          </ac:picMkLst>
        </pc:picChg>
        <pc:picChg chg="del">
          <ac:chgData name="Geferlin Boffy" userId="0c47bb98e241aa4a" providerId="LiveId" clId="{85390274-81C7-4CF0-AC5B-A735F2595B03}" dt="2026-08-14T03:00:50.540" v="175" actId="21"/>
          <ac:picMkLst>
            <pc:docMk/>
            <pc:sldMk cId="0" sldId="265"/>
            <ac:picMk id="12" creationId="{44162FE4-02EF-DAC4-6F54-96EACDCCD18E}"/>
          </ac:picMkLst>
        </pc:picChg>
      </pc:sldChg>
      <pc:sldChg chg="addSp modSp mod">
        <pc:chgData name="Geferlin Boffy" userId="0c47bb98e241aa4a" providerId="LiveId" clId="{85390274-81C7-4CF0-AC5B-A735F2595B03}" dt="2026-08-14T03:12:57.989" v="263" actId="12"/>
        <pc:sldMkLst>
          <pc:docMk/>
          <pc:sldMk cId="0" sldId="267"/>
        </pc:sldMkLst>
        <pc:spChg chg="add mod">
          <ac:chgData name="Geferlin Boffy" userId="0c47bb98e241aa4a" providerId="LiveId" clId="{85390274-81C7-4CF0-AC5B-A735F2595B03}" dt="2026-08-14T03:12:57.989" v="263" actId="12"/>
          <ac:spMkLst>
            <pc:docMk/>
            <pc:sldMk cId="0" sldId="267"/>
            <ac:spMk id="8" creationId="{C39B3A15-B4D7-9F1D-D544-5CCDF92E20F1}"/>
          </ac:spMkLst>
        </pc:spChg>
      </pc:sldChg>
      <pc:sldChg chg="addSp modSp mod">
        <pc:chgData name="Geferlin Boffy" userId="0c47bb98e241aa4a" providerId="LiveId" clId="{85390274-81C7-4CF0-AC5B-A735F2595B03}" dt="2026-08-14T03:15:07.259" v="284" actId="1076"/>
        <pc:sldMkLst>
          <pc:docMk/>
          <pc:sldMk cId="0" sldId="268"/>
        </pc:sldMkLst>
        <pc:spChg chg="add mod">
          <ac:chgData name="Geferlin Boffy" userId="0c47bb98e241aa4a" providerId="LiveId" clId="{85390274-81C7-4CF0-AC5B-A735F2595B03}" dt="2026-08-14T03:15:07.259" v="284" actId="1076"/>
          <ac:spMkLst>
            <pc:docMk/>
            <pc:sldMk cId="0" sldId="268"/>
            <ac:spMk id="8" creationId="{C784D3A7-B32D-31BA-FF44-7E92FD825D61}"/>
          </ac:spMkLst>
        </pc:spChg>
      </pc:sldChg>
      <pc:sldChg chg="addSp delSp modSp mod">
        <pc:chgData name="Geferlin Boffy" userId="0c47bb98e241aa4a" providerId="LiveId" clId="{85390274-81C7-4CF0-AC5B-A735F2595B03}" dt="2026-08-14T03:08:16.439" v="230" actId="1076"/>
        <pc:sldMkLst>
          <pc:docMk/>
          <pc:sldMk cId="0" sldId="273"/>
        </pc:sldMkLst>
        <pc:spChg chg="mod">
          <ac:chgData name="Geferlin Boffy" userId="0c47bb98e241aa4a" providerId="LiveId" clId="{85390274-81C7-4CF0-AC5B-A735F2595B03}" dt="2026-08-14T02:53:03.776" v="106" actId="1076"/>
          <ac:spMkLst>
            <pc:docMk/>
            <pc:sldMk cId="0" sldId="273"/>
            <ac:spMk id="2" creationId="{00000000-0000-0000-0000-000000000000}"/>
          </ac:spMkLst>
        </pc:spChg>
        <pc:spChg chg="add del mod">
          <ac:chgData name="Geferlin Boffy" userId="0c47bb98e241aa4a" providerId="LiveId" clId="{85390274-81C7-4CF0-AC5B-A735F2595B03}" dt="2026-08-14T02:52:20.523" v="82" actId="478"/>
          <ac:spMkLst>
            <pc:docMk/>
            <pc:sldMk cId="0" sldId="273"/>
            <ac:spMk id="4" creationId="{83766E89-C4A4-C390-23BC-4FD4E442B271}"/>
          </ac:spMkLst>
        </pc:spChg>
        <pc:spChg chg="add del mod">
          <ac:chgData name="Geferlin Boffy" userId="0c47bb98e241aa4a" providerId="LiveId" clId="{85390274-81C7-4CF0-AC5B-A735F2595B03}" dt="2026-08-14T02:53:41.226" v="111" actId="478"/>
          <ac:spMkLst>
            <pc:docMk/>
            <pc:sldMk cId="0" sldId="273"/>
            <ac:spMk id="8" creationId="{9CC87018-DA5F-A39F-7D35-CAD21161C221}"/>
          </ac:spMkLst>
        </pc:spChg>
        <pc:spChg chg="add mod">
          <ac:chgData name="Geferlin Boffy" userId="0c47bb98e241aa4a" providerId="LiveId" clId="{85390274-81C7-4CF0-AC5B-A735F2595B03}" dt="2026-08-14T03:08:16.439" v="230" actId="1076"/>
          <ac:spMkLst>
            <pc:docMk/>
            <pc:sldMk cId="0" sldId="273"/>
            <ac:spMk id="9" creationId="{A77536F8-D5A6-B4E7-FA29-BAAF9FBE1499}"/>
          </ac:spMkLst>
        </pc:spChg>
        <pc:picChg chg="mod">
          <ac:chgData name="Geferlin Boffy" userId="0c47bb98e241aa4a" providerId="LiveId" clId="{85390274-81C7-4CF0-AC5B-A735F2595B03}" dt="2026-08-14T02:53:13.636" v="108" actId="14100"/>
          <ac:picMkLst>
            <pc:docMk/>
            <pc:sldMk cId="0" sldId="273"/>
            <ac:picMk id="3" creationId="{62088C7B-CAEB-97CA-B317-D13F79289D1F}"/>
          </ac:picMkLst>
        </pc:picChg>
        <pc:picChg chg="mod">
          <ac:chgData name="Geferlin Boffy" userId="0c47bb98e241aa4a" providerId="LiveId" clId="{85390274-81C7-4CF0-AC5B-A735F2595B03}" dt="2026-08-14T02:53:09.440" v="107" actId="14100"/>
          <ac:picMkLst>
            <pc:docMk/>
            <pc:sldMk cId="0" sldId="273"/>
            <ac:picMk id="7" creationId="{DD40B100-D3B7-718B-29E1-C61C4B3B6820}"/>
          </ac:picMkLst>
        </pc:picChg>
      </pc:sldChg>
      <pc:sldChg chg="modSp mod">
        <pc:chgData name="Geferlin Boffy" userId="0c47bb98e241aa4a" providerId="LiveId" clId="{85390274-81C7-4CF0-AC5B-A735F2595B03}" dt="2026-08-14T02:57:44.755" v="136" actId="113"/>
        <pc:sldMkLst>
          <pc:docMk/>
          <pc:sldMk cId="0" sldId="274"/>
        </pc:sldMkLst>
        <pc:spChg chg="mod">
          <ac:chgData name="Geferlin Boffy" userId="0c47bb98e241aa4a" providerId="LiveId" clId="{85390274-81C7-4CF0-AC5B-A735F2595B03}" dt="2026-08-14T02:56:39.093" v="126" actId="1076"/>
          <ac:spMkLst>
            <pc:docMk/>
            <pc:sldMk cId="0" sldId="274"/>
            <ac:spMk id="2" creationId="{00000000-0000-0000-0000-000000000000}"/>
          </ac:spMkLst>
        </pc:spChg>
        <pc:spChg chg="mod">
          <ac:chgData name="Geferlin Boffy" userId="0c47bb98e241aa4a" providerId="LiveId" clId="{85390274-81C7-4CF0-AC5B-A735F2595B03}" dt="2026-08-14T02:57:44.755" v="136" actId="113"/>
          <ac:spMkLst>
            <pc:docMk/>
            <pc:sldMk cId="0" sldId="274"/>
            <ac:spMk id="4" creationId="{545F4DFA-BC67-E3E9-8581-F2DF5FBDE22B}"/>
          </ac:spMkLst>
        </pc:spChg>
      </pc:sldChg>
      <pc:sldChg chg="addSp delSp modSp mod">
        <pc:chgData name="Geferlin Boffy" userId="0c47bb98e241aa4a" providerId="LiveId" clId="{85390274-81C7-4CF0-AC5B-A735F2595B03}" dt="2026-08-14T02:59:03.716" v="149" actId="14100"/>
        <pc:sldMkLst>
          <pc:docMk/>
          <pc:sldMk cId="0" sldId="275"/>
        </pc:sldMkLst>
        <pc:spChg chg="mod">
          <ac:chgData name="Geferlin Boffy" userId="0c47bb98e241aa4a" providerId="LiveId" clId="{85390274-81C7-4CF0-AC5B-A735F2595B03}" dt="2026-08-14T02:58:08.408" v="138"/>
          <ac:spMkLst>
            <pc:docMk/>
            <pc:sldMk cId="0" sldId="275"/>
            <ac:spMk id="2" creationId="{00000000-0000-0000-0000-000000000000}"/>
          </ac:spMkLst>
        </pc:spChg>
        <pc:spChg chg="mod">
          <ac:chgData name="Geferlin Boffy" userId="0c47bb98e241aa4a" providerId="LiveId" clId="{85390274-81C7-4CF0-AC5B-A735F2595B03}" dt="2026-08-14T02:59:03.716" v="149" actId="14100"/>
          <ac:spMkLst>
            <pc:docMk/>
            <pc:sldMk cId="0" sldId="275"/>
            <ac:spMk id="3" creationId="{FC28623D-74F6-05C0-2EDA-C7BC48C6C025}"/>
          </ac:spMkLst>
        </pc:spChg>
        <pc:spChg chg="add del mod">
          <ac:chgData name="Geferlin Boffy" userId="0c47bb98e241aa4a" providerId="LiveId" clId="{85390274-81C7-4CF0-AC5B-A735F2595B03}" dt="2026-08-14T02:58:49.899" v="145"/>
          <ac:spMkLst>
            <pc:docMk/>
            <pc:sldMk cId="0" sldId="275"/>
            <ac:spMk id="4" creationId="{2684D819-1354-CEA8-FF0D-BC5CEBEDA9BF}"/>
          </ac:spMkLst>
        </pc:spChg>
      </pc:sldChg>
      <pc:sldChg chg="addSp modSp mod">
        <pc:chgData name="Geferlin Boffy" userId="0c47bb98e241aa4a" providerId="LiveId" clId="{85390274-81C7-4CF0-AC5B-A735F2595B03}" dt="2026-08-14T03:46:56.921" v="495" actId="1076"/>
        <pc:sldMkLst>
          <pc:docMk/>
          <pc:sldMk cId="3368620897" sldId="277"/>
        </pc:sldMkLst>
        <pc:spChg chg="add mod">
          <ac:chgData name="Geferlin Boffy" userId="0c47bb98e241aa4a" providerId="LiveId" clId="{85390274-81C7-4CF0-AC5B-A735F2595B03}" dt="2026-08-14T03:46:56.921" v="495" actId="1076"/>
          <ac:spMkLst>
            <pc:docMk/>
            <pc:sldMk cId="3368620897" sldId="277"/>
            <ac:spMk id="9" creationId="{F23C9E64-B759-2FE0-37C3-729135CD888B}"/>
          </ac:spMkLst>
        </pc:spChg>
        <pc:picChg chg="add mod">
          <ac:chgData name="Geferlin Boffy" userId="0c47bb98e241aa4a" providerId="LiveId" clId="{85390274-81C7-4CF0-AC5B-A735F2595B03}" dt="2026-08-14T03:38:28.920" v="456" actId="14100"/>
          <ac:picMkLst>
            <pc:docMk/>
            <pc:sldMk cId="3368620897" sldId="277"/>
            <ac:picMk id="11" creationId="{FDD1BDFC-6476-2407-D51B-3ECB309C3F39}"/>
          </ac:picMkLst>
        </pc:picChg>
      </pc:sldChg>
      <pc:sldChg chg="addSp modSp del mod">
        <pc:chgData name="Geferlin Boffy" userId="0c47bb98e241aa4a" providerId="LiveId" clId="{85390274-81C7-4CF0-AC5B-A735F2595B03}" dt="2026-08-14T03:03:12.805" v="188" actId="2696"/>
        <pc:sldMkLst>
          <pc:docMk/>
          <pc:sldMk cId="1193930907" sldId="278"/>
        </pc:sldMkLst>
        <pc:spChg chg="add mod">
          <ac:chgData name="Geferlin Boffy" userId="0c47bb98e241aa4a" providerId="LiveId" clId="{85390274-81C7-4CF0-AC5B-A735F2595B03}" dt="2026-08-14T02:39:14.940" v="45" actId="12"/>
          <ac:spMkLst>
            <pc:docMk/>
            <pc:sldMk cId="1193930907" sldId="278"/>
            <ac:spMk id="8" creationId="{4A10CC26-64FA-2088-4AC1-EDCDF26F0E09}"/>
          </ac:spMkLst>
        </pc:spChg>
      </pc:sldChg>
      <pc:sldChg chg="addSp delSp modSp mod">
        <pc:chgData name="Geferlin Boffy" userId="0c47bb98e241aa4a" providerId="LiveId" clId="{85390274-81C7-4CF0-AC5B-A735F2595B03}" dt="2026-08-14T03:41:05.153" v="476" actId="14100"/>
        <pc:sldMkLst>
          <pc:docMk/>
          <pc:sldMk cId="1378513389" sldId="279"/>
        </pc:sldMkLst>
        <pc:spChg chg="mod">
          <ac:chgData name="Geferlin Boffy" userId="0c47bb98e241aa4a" providerId="LiveId" clId="{85390274-81C7-4CF0-AC5B-A735F2595B03}" dt="2026-08-14T02:34:36.916" v="29"/>
          <ac:spMkLst>
            <pc:docMk/>
            <pc:sldMk cId="1378513389" sldId="279"/>
            <ac:spMk id="2" creationId="{00000000-0000-0000-0000-000000000000}"/>
          </ac:spMkLst>
        </pc:spChg>
        <pc:spChg chg="add mod">
          <ac:chgData name="Geferlin Boffy" userId="0c47bb98e241aa4a" providerId="LiveId" clId="{85390274-81C7-4CF0-AC5B-A735F2595B03}" dt="2026-08-14T02:39:38.521" v="48"/>
          <ac:spMkLst>
            <pc:docMk/>
            <pc:sldMk cId="1378513389" sldId="279"/>
            <ac:spMk id="8" creationId="{F20AE3C6-D3AD-876A-1288-6960C32E4345}"/>
          </ac:spMkLst>
        </pc:spChg>
        <pc:spChg chg="add mod">
          <ac:chgData name="Geferlin Boffy" userId="0c47bb98e241aa4a" providerId="LiveId" clId="{85390274-81C7-4CF0-AC5B-A735F2595B03}" dt="2026-08-14T03:40:50.093" v="471" actId="1076"/>
          <ac:spMkLst>
            <pc:docMk/>
            <pc:sldMk cId="1378513389" sldId="279"/>
            <ac:spMk id="10" creationId="{F9473329-0AE0-2C0C-D441-5457AE5CB41F}"/>
          </ac:spMkLst>
        </pc:spChg>
        <pc:picChg chg="add del mod modCrop">
          <ac:chgData name="Geferlin Boffy" userId="0c47bb98e241aa4a" providerId="LiveId" clId="{85390274-81C7-4CF0-AC5B-A735F2595B03}" dt="2026-08-14T03:40:11.647" v="460" actId="21"/>
          <ac:picMkLst>
            <pc:docMk/>
            <pc:sldMk cId="1378513389" sldId="279"/>
            <ac:picMk id="12" creationId="{7B2BD7CA-0211-8C6D-9F08-63230AB2CBBE}"/>
          </ac:picMkLst>
        </pc:picChg>
        <pc:picChg chg="add del">
          <ac:chgData name="Geferlin Boffy" userId="0c47bb98e241aa4a" providerId="LiveId" clId="{85390274-81C7-4CF0-AC5B-A735F2595B03}" dt="2026-08-14T03:40:16.425" v="462" actId="21"/>
          <ac:picMkLst>
            <pc:docMk/>
            <pc:sldMk cId="1378513389" sldId="279"/>
            <ac:picMk id="14" creationId="{125C321C-3724-6D14-6F91-4DB399E06BBC}"/>
          </ac:picMkLst>
        </pc:picChg>
        <pc:picChg chg="add del">
          <ac:chgData name="Geferlin Boffy" userId="0c47bb98e241aa4a" providerId="LiveId" clId="{85390274-81C7-4CF0-AC5B-A735F2595B03}" dt="2026-08-14T03:40:21.101" v="464" actId="21"/>
          <ac:picMkLst>
            <pc:docMk/>
            <pc:sldMk cId="1378513389" sldId="279"/>
            <ac:picMk id="16" creationId="{9CD2D349-586D-85FE-189C-9C1F4F72980E}"/>
          </ac:picMkLst>
        </pc:picChg>
        <pc:picChg chg="add mod">
          <ac:chgData name="Geferlin Boffy" userId="0c47bb98e241aa4a" providerId="LiveId" clId="{85390274-81C7-4CF0-AC5B-A735F2595B03}" dt="2026-08-14T03:41:05.153" v="476" actId="14100"/>
          <ac:picMkLst>
            <pc:docMk/>
            <pc:sldMk cId="1378513389" sldId="279"/>
            <ac:picMk id="17" creationId="{81EE8B28-10FF-F533-FEF6-9F9E37D51EC9}"/>
          </ac:picMkLst>
        </pc:picChg>
      </pc:sldChg>
      <pc:sldChg chg="addSp modSp del mod">
        <pc:chgData name="Geferlin Boffy" userId="0c47bb98e241aa4a" providerId="LiveId" clId="{85390274-81C7-4CF0-AC5B-A735F2595B03}" dt="2026-08-14T03:15:42.917" v="286" actId="2696"/>
        <pc:sldMkLst>
          <pc:docMk/>
          <pc:sldMk cId="4294733884" sldId="280"/>
        </pc:sldMkLst>
        <pc:spChg chg="add mod">
          <ac:chgData name="Geferlin Boffy" userId="0c47bb98e241aa4a" providerId="LiveId" clId="{85390274-81C7-4CF0-AC5B-A735F2595B03}" dt="2026-08-14T02:41:19.144" v="58" actId="1076"/>
          <ac:spMkLst>
            <pc:docMk/>
            <pc:sldMk cId="4294733884" sldId="280"/>
            <ac:spMk id="9" creationId="{580B4C1E-393A-F519-6334-F41AC7E76627}"/>
          </ac:spMkLst>
        </pc:spChg>
      </pc:sldChg>
      <pc:sldChg chg="del">
        <pc:chgData name="Geferlin Boffy" userId="0c47bb98e241aa4a" providerId="LiveId" clId="{85390274-81C7-4CF0-AC5B-A735F2595B03}" dt="2026-08-14T02:51:03.845" v="77" actId="2696"/>
        <pc:sldMkLst>
          <pc:docMk/>
          <pc:sldMk cId="4285668695" sldId="281"/>
        </pc:sldMkLst>
      </pc:sldChg>
      <pc:sldChg chg="addSp delSp modSp mod">
        <pc:chgData name="Geferlin Boffy" userId="0c47bb98e241aa4a" providerId="LiveId" clId="{85390274-81C7-4CF0-AC5B-A735F2595B03}" dt="2026-08-14T03:26:42.192" v="357" actId="1076"/>
        <pc:sldMkLst>
          <pc:docMk/>
          <pc:sldMk cId="374137000" sldId="282"/>
        </pc:sldMkLst>
        <pc:spChg chg="mod">
          <ac:chgData name="Geferlin Boffy" userId="0c47bb98e241aa4a" providerId="LiveId" clId="{85390274-81C7-4CF0-AC5B-A735F2595B03}" dt="2026-08-14T03:07:41.243" v="223" actId="14100"/>
          <ac:spMkLst>
            <pc:docMk/>
            <pc:sldMk cId="374137000" sldId="282"/>
            <ac:spMk id="3" creationId="{E684B463-38AD-59A8-48DF-049677633F05}"/>
          </ac:spMkLst>
        </pc:spChg>
        <pc:spChg chg="add del mod">
          <ac:chgData name="Geferlin Boffy" userId="0c47bb98e241aa4a" providerId="LiveId" clId="{85390274-81C7-4CF0-AC5B-A735F2595B03}" dt="2026-08-14T03:06:57.540" v="221"/>
          <ac:spMkLst>
            <pc:docMk/>
            <pc:sldMk cId="374137000" sldId="282"/>
            <ac:spMk id="6" creationId="{F06C5962-D53D-117F-21E3-E03B030DF84A}"/>
          </ac:spMkLst>
        </pc:spChg>
        <pc:spChg chg="add mod">
          <ac:chgData name="Geferlin Boffy" userId="0c47bb98e241aa4a" providerId="LiveId" clId="{85390274-81C7-4CF0-AC5B-A735F2595B03}" dt="2026-08-14T03:07:59.686" v="229" actId="14100"/>
          <ac:spMkLst>
            <pc:docMk/>
            <pc:sldMk cId="374137000" sldId="282"/>
            <ac:spMk id="8" creationId="{236507FF-5084-7EE3-2FC0-C46E8C5B96D5}"/>
          </ac:spMkLst>
        </pc:spChg>
        <pc:picChg chg="add mod">
          <ac:chgData name="Geferlin Boffy" userId="0c47bb98e241aa4a" providerId="LiveId" clId="{85390274-81C7-4CF0-AC5B-A735F2595B03}" dt="2026-08-14T03:26:42.192" v="357" actId="1076"/>
          <ac:picMkLst>
            <pc:docMk/>
            <pc:sldMk cId="374137000" sldId="282"/>
            <ac:picMk id="9" creationId="{92DE7E39-F3BA-2E16-FB0A-9C46C9410364}"/>
          </ac:picMkLst>
        </pc:picChg>
        <pc:picChg chg="add mod modCrop">
          <ac:chgData name="Geferlin Boffy" userId="0c47bb98e241aa4a" providerId="LiveId" clId="{85390274-81C7-4CF0-AC5B-A735F2595B03}" dt="2026-08-14T03:25:37.441" v="343" actId="14100"/>
          <ac:picMkLst>
            <pc:docMk/>
            <pc:sldMk cId="374137000" sldId="282"/>
            <ac:picMk id="11" creationId="{7E376102-D9FC-3541-FF20-08CBC13639A0}"/>
          </ac:picMkLst>
        </pc:picChg>
        <pc:picChg chg="add mod modCrop">
          <ac:chgData name="Geferlin Boffy" userId="0c47bb98e241aa4a" providerId="LiveId" clId="{85390274-81C7-4CF0-AC5B-A735F2595B03}" dt="2026-08-14T03:26:39.105" v="356" actId="1076"/>
          <ac:picMkLst>
            <pc:docMk/>
            <pc:sldMk cId="374137000" sldId="282"/>
            <ac:picMk id="13" creationId="{91CF3AE5-AB9A-903B-01D6-FF37AE78F86E}"/>
          </ac:picMkLst>
        </pc:picChg>
      </pc:sldChg>
      <pc:sldChg chg="addSp modSp mod">
        <pc:chgData name="Geferlin Boffy" userId="0c47bb98e241aa4a" providerId="LiveId" clId="{85390274-81C7-4CF0-AC5B-A735F2595B03}" dt="2026-08-14T02:48:45.699" v="68" actId="14100"/>
        <pc:sldMkLst>
          <pc:docMk/>
          <pc:sldMk cId="845575331" sldId="283"/>
        </pc:sldMkLst>
        <pc:spChg chg="mod">
          <ac:chgData name="Geferlin Boffy" userId="0c47bb98e241aa4a" providerId="LiveId" clId="{85390274-81C7-4CF0-AC5B-A735F2595B03}" dt="2026-08-14T02:48:34.838" v="66" actId="1076"/>
          <ac:spMkLst>
            <pc:docMk/>
            <pc:sldMk cId="845575331" sldId="283"/>
            <ac:spMk id="2" creationId="{00000000-0000-0000-0000-000000000000}"/>
          </ac:spMkLst>
        </pc:spChg>
        <pc:picChg chg="mod">
          <ac:chgData name="Geferlin Boffy" userId="0c47bb98e241aa4a" providerId="LiveId" clId="{85390274-81C7-4CF0-AC5B-A735F2595B03}" dt="2026-08-14T02:48:45.699" v="68" actId="14100"/>
          <ac:picMkLst>
            <pc:docMk/>
            <pc:sldMk cId="845575331" sldId="283"/>
            <ac:picMk id="3" creationId="{00000000-0000-0000-0000-000000000000}"/>
          </ac:picMkLst>
        </pc:picChg>
        <pc:picChg chg="add mod modCrop">
          <ac:chgData name="Geferlin Boffy" userId="0c47bb98e241aa4a" providerId="LiveId" clId="{85390274-81C7-4CF0-AC5B-A735F2595B03}" dt="2026-08-14T02:48:39.730" v="67" actId="14100"/>
          <ac:picMkLst>
            <pc:docMk/>
            <pc:sldMk cId="845575331" sldId="283"/>
            <ac:picMk id="8" creationId="{849BBA28-A3B1-1CB6-CE60-639259EE26E3}"/>
          </ac:picMkLst>
        </pc:picChg>
      </pc:sldChg>
      <pc:sldChg chg="addSp modSp new mod">
        <pc:chgData name="Geferlin Boffy" userId="0c47bb98e241aa4a" providerId="LiveId" clId="{85390274-81C7-4CF0-AC5B-A735F2595B03}" dt="2026-08-14T03:15:26.817" v="285" actId="1076"/>
        <pc:sldMkLst>
          <pc:docMk/>
          <pc:sldMk cId="3598070425" sldId="284"/>
        </pc:sldMkLst>
        <pc:spChg chg="mod">
          <ac:chgData name="Geferlin Boffy" userId="0c47bb98e241aa4a" providerId="LiveId" clId="{85390274-81C7-4CF0-AC5B-A735F2595B03}" dt="2026-08-14T03:15:26.817" v="285" actId="1076"/>
          <ac:spMkLst>
            <pc:docMk/>
            <pc:sldMk cId="3598070425" sldId="284"/>
            <ac:spMk id="2" creationId="{BD4B2F59-D582-FCBE-0728-C634A08DF198}"/>
          </ac:spMkLst>
        </pc:spChg>
        <pc:spChg chg="mod">
          <ac:chgData name="Geferlin Boffy" userId="0c47bb98e241aa4a" providerId="LiveId" clId="{85390274-81C7-4CF0-AC5B-A735F2595B03}" dt="2026-08-14T03:00:31.639" v="172" actId="1076"/>
          <ac:spMkLst>
            <pc:docMk/>
            <pc:sldMk cId="3598070425" sldId="284"/>
            <ac:spMk id="3" creationId="{789706FB-F40D-AEA7-0F23-5E42FDEF9815}"/>
          </ac:spMkLst>
        </pc:spChg>
        <pc:picChg chg="add mod">
          <ac:chgData name="Geferlin Boffy" userId="0c47bb98e241aa4a" providerId="LiveId" clId="{85390274-81C7-4CF0-AC5B-A735F2595B03}" dt="2026-08-14T03:08:32.226" v="232" actId="1076"/>
          <ac:picMkLst>
            <pc:docMk/>
            <pc:sldMk cId="3598070425" sldId="284"/>
            <ac:picMk id="5" creationId="{421F7284-6AFC-6AEE-8291-2DEC60339557}"/>
          </ac:picMkLst>
        </pc:picChg>
        <pc:picChg chg="add">
          <ac:chgData name="Geferlin Boffy" userId="0c47bb98e241aa4a" providerId="LiveId" clId="{85390274-81C7-4CF0-AC5B-A735F2595B03}" dt="2026-08-14T03:08:45.151" v="233" actId="22"/>
          <ac:picMkLst>
            <pc:docMk/>
            <pc:sldMk cId="3598070425" sldId="284"/>
            <ac:picMk id="7" creationId="{40E95F05-D000-0E21-D9A3-0402F77D91E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30AD9CAF-DC26-419E-8B11-09857B664346}" type="datetimeFigureOut">
              <a:rPr lang="en-IN" smtClean="0"/>
              <a:t>14-08-2026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0BB2DE9-CA67-4F69-BBF5-40D6815671C9}" type="slidenum">
              <a:rPr lang="en-IN" smtClean="0"/>
              <a:t>‹#›</a:t>
            </a:fld>
            <a:endParaRPr lang="en-IN"/>
          </a:p>
        </p:txBody>
      </p:sp>
    </p:spTree>
    <p:extLst>
      <p:ext uri="{BB962C8B-B14F-4D97-AF65-F5344CB8AC3E}">
        <p14:creationId xmlns:p14="http://schemas.microsoft.com/office/powerpoint/2010/main" val="1682105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BB2DE9-CA67-4F69-BBF5-40D6815671C9}" type="slidenum">
              <a:rPr lang="en-IN" smtClean="0"/>
              <a:t>1</a:t>
            </a:fld>
            <a:endParaRPr lang="en-IN"/>
          </a:p>
        </p:txBody>
      </p:sp>
    </p:spTree>
    <p:extLst>
      <p:ext uri="{BB962C8B-B14F-4D97-AF65-F5344CB8AC3E}">
        <p14:creationId xmlns:p14="http://schemas.microsoft.com/office/powerpoint/2010/main" val="362325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719192" y="572770"/>
            <a:ext cx="2753614" cy="513715"/>
          </a:xfrm>
          <a:prstGeom prst="rect">
            <a:avLst/>
          </a:prstGeom>
        </p:spPr>
        <p:txBody>
          <a:bodyPr wrap="square" lIns="0" tIns="0" rIns="0" bIns="0">
            <a:spAutoFit/>
          </a:bodyPr>
          <a:lstStyle>
            <a:lvl1pPr>
              <a:defRPr sz="32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7" name="Holder 7"/>
          <p:cNvSpPr>
            <a:spLocks noGrp="1"/>
          </p:cNvSpPr>
          <p:nvPr>
            <p:ph type="sldNum" sz="quarter" idx="7"/>
          </p:nvPr>
        </p:nvSpPr>
        <p:spPr/>
        <p:txBody>
          <a:bodyPr lIns="0" tIns="0" rIns="0" bIns="0"/>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5" name="Holder 5"/>
          <p:cNvSpPr>
            <a:spLocks noGrp="1"/>
          </p:cNvSpPr>
          <p:nvPr>
            <p:ph type="sldNum" sz="quarter" idx="7"/>
          </p:nvPr>
        </p:nvSpPr>
        <p:spPr/>
        <p:txBody>
          <a:bodyPr lIns="0" tIns="0" rIns="0" bIns="0"/>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4" name="Holder 4"/>
          <p:cNvSpPr>
            <a:spLocks noGrp="1"/>
          </p:cNvSpPr>
          <p:nvPr>
            <p:ph type="sldNum" sz="quarter" idx="7"/>
          </p:nvPr>
        </p:nvSpPr>
        <p:spPr/>
        <p:txBody>
          <a:bodyPr lIns="0" tIns="0" rIns="0" bIns="0"/>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47467" y="399034"/>
            <a:ext cx="7497064" cy="704214"/>
          </a:xfrm>
          <a:prstGeom prst="rect">
            <a:avLst/>
          </a:prstGeom>
        </p:spPr>
        <p:txBody>
          <a:bodyPr wrap="square" lIns="0" tIns="0" rIns="0" bIns="0">
            <a:spAutoFit/>
          </a:bodyPr>
          <a:lstStyle>
            <a:lvl1pPr>
              <a:defRPr sz="3200" b="1"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811139" y="6474967"/>
            <a:ext cx="564514" cy="177800"/>
          </a:xfrm>
          <a:prstGeom prst="rect">
            <a:avLst/>
          </a:prstGeom>
        </p:spPr>
        <p:txBody>
          <a:bodyPr wrap="square" lIns="0" tIns="0" rIns="0" bIns="0">
            <a:spAutoFit/>
          </a:bodyPr>
          <a:lstStyle>
            <a:lvl1pPr>
              <a:defRPr sz="1200" b="0" i="0">
                <a:solidFill>
                  <a:srgbClr val="878787"/>
                </a:solidFill>
                <a:latin typeface="Calibri" panose="020F0502020204030204"/>
                <a:cs typeface="Calibri" panose="020F0502020204030204"/>
              </a:defRPr>
            </a:lvl1pPr>
          </a:lstStyle>
          <a:p>
            <a:pPr marL="12700">
              <a:lnSpc>
                <a:spcPts val="1240"/>
              </a:lnSpc>
            </a:pPr>
            <a:r>
              <a:rPr spc="-10" dirty="0"/>
              <a:t>EEA1306</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8/14/2026</a:t>
            </a:fld>
            <a:endParaRPr lang="en-US" dirty="0"/>
          </a:p>
        </p:txBody>
      </p:sp>
      <p:sp>
        <p:nvSpPr>
          <p:cNvPr id="6" name="Holder 6"/>
          <p:cNvSpPr>
            <a:spLocks noGrp="1"/>
          </p:cNvSpPr>
          <p:nvPr>
            <p:ph type="sldNum" sz="quarter" idx="7"/>
          </p:nvPr>
        </p:nvSpPr>
        <p:spPr>
          <a:xfrm>
            <a:off x="11304778" y="6474967"/>
            <a:ext cx="244093" cy="177800"/>
          </a:xfrm>
          <a:prstGeom prst="rect">
            <a:avLst/>
          </a:prstGeom>
        </p:spPr>
        <p:txBody>
          <a:bodyPr wrap="square" lIns="0" tIns="0" rIns="0" bIns="0">
            <a:spAutoFit/>
          </a:bodyPr>
          <a:lstStyle>
            <a:lvl1pPr>
              <a:defRPr sz="1200" b="0" i="0">
                <a:solidFill>
                  <a:srgbClr val="878787"/>
                </a:solidFill>
                <a:latin typeface="Calibri" panose="020F0502020204030204"/>
                <a:cs typeface="Calibri" panose="020F0502020204030204"/>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hyperlink" Target="https://react.dev/?utm_source=chatgpt.com" TargetMode="External"/><Relationship Id="rId3" Type="http://schemas.openxmlformats.org/officeDocument/2006/relationships/image" Target="../media/image2.jpeg"/><Relationship Id="rId7" Type="http://schemas.openxmlformats.org/officeDocument/2006/relationships/hyperlink" Target="https://fastapi.tiangolo.com/?utm_source=chatgpt.com" TargetMode="Externa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scikit-learn.org/stable/?utm_source=chatgpt.com" TargetMode="External"/><Relationship Id="rId5" Type="http://schemas.openxmlformats.org/officeDocument/2006/relationships/hyperlink" Target="https://www.nist.gov/cyberframework?utm_source=chatgpt.com" TargetMode="External"/><Relationship Id="rId4" Type="http://schemas.openxmlformats.org/officeDocument/2006/relationships/hyperlink" Target="https://attack.mitre.org/?utm_source=chatgpt.com"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71086" y="399034"/>
            <a:ext cx="4031615" cy="452120"/>
          </a:xfrm>
          <a:prstGeom prst="rect">
            <a:avLst/>
          </a:prstGeom>
        </p:spPr>
        <p:txBody>
          <a:bodyPr vert="horz" wrap="square" lIns="0" tIns="12065" rIns="0" bIns="0" rtlCol="0">
            <a:spAutoFit/>
          </a:bodyPr>
          <a:lstStyle/>
          <a:p>
            <a:pPr marL="12700">
              <a:lnSpc>
                <a:spcPct val="100000"/>
              </a:lnSpc>
              <a:spcBef>
                <a:spcPts val="95"/>
              </a:spcBef>
            </a:pPr>
            <a:r>
              <a:rPr sz="2800" dirty="0"/>
              <a:t>SIMATS</a:t>
            </a:r>
            <a:r>
              <a:rPr sz="2800" spc="-140" dirty="0"/>
              <a:t> </a:t>
            </a:r>
            <a:r>
              <a:rPr sz="2800" spc="-10" dirty="0"/>
              <a:t>ENGINEERING</a:t>
            </a:r>
            <a:endParaRPr sz="2800" dirty="0"/>
          </a:p>
        </p:txBody>
      </p:sp>
      <p:sp>
        <p:nvSpPr>
          <p:cNvPr id="3" name="object 3"/>
          <p:cNvSpPr txBox="1"/>
          <p:nvPr/>
        </p:nvSpPr>
        <p:spPr>
          <a:xfrm>
            <a:off x="2514600" y="1113060"/>
            <a:ext cx="7479665" cy="3214983"/>
          </a:xfrm>
          <a:prstGeom prst="rect">
            <a:avLst/>
          </a:prstGeom>
        </p:spPr>
        <p:txBody>
          <a:bodyPr vert="horz" wrap="square" lIns="0" tIns="24130" rIns="0" bIns="0" rtlCol="0">
            <a:spAutoFit/>
          </a:bodyPr>
          <a:lstStyle/>
          <a:p>
            <a:pPr marL="760730" marR="1572895" algn="ctr">
              <a:lnSpc>
                <a:spcPts val="2390"/>
              </a:lnSpc>
              <a:spcBef>
                <a:spcPts val="190"/>
              </a:spcBef>
            </a:pPr>
            <a:r>
              <a:rPr sz="2000" b="1" spc="-10" dirty="0">
                <a:latin typeface="Times New Roman" panose="02020603050405020304"/>
                <a:cs typeface="Times New Roman" panose="02020603050405020304"/>
              </a:rPr>
              <a:t>SAVEETHA</a:t>
            </a:r>
            <a:r>
              <a:rPr sz="2000" b="1" spc="-6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INSTITUTE</a:t>
            </a:r>
            <a:r>
              <a:rPr sz="2000" b="1" spc="-85" dirty="0">
                <a:latin typeface="Times New Roman" panose="02020603050405020304"/>
                <a:cs typeface="Times New Roman" panose="02020603050405020304"/>
              </a:rPr>
              <a:t> </a:t>
            </a:r>
            <a:r>
              <a:rPr sz="2000" b="1" dirty="0">
                <a:latin typeface="Times New Roman" panose="02020603050405020304"/>
                <a:cs typeface="Times New Roman" panose="02020603050405020304"/>
              </a:rPr>
              <a:t>OF</a:t>
            </a:r>
            <a:r>
              <a:rPr sz="2000" b="1" spc="-6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MEDICAL</a:t>
            </a:r>
            <a:r>
              <a:rPr sz="2000" b="1" spc="-85" dirty="0">
                <a:latin typeface="Times New Roman" panose="02020603050405020304"/>
                <a:cs typeface="Times New Roman" panose="02020603050405020304"/>
              </a:rPr>
              <a:t> </a:t>
            </a:r>
            <a:r>
              <a:rPr sz="2000" b="1" spc="-25" dirty="0">
                <a:latin typeface="Times New Roman" panose="02020603050405020304"/>
                <a:cs typeface="Times New Roman" panose="02020603050405020304"/>
              </a:rPr>
              <a:t>AND </a:t>
            </a:r>
            <a:r>
              <a:rPr sz="2000" b="1" dirty="0">
                <a:latin typeface="Times New Roman" panose="02020603050405020304"/>
                <a:cs typeface="Times New Roman" panose="02020603050405020304"/>
              </a:rPr>
              <a:t>TECHNICAL</a:t>
            </a:r>
            <a:r>
              <a:rPr sz="2000" b="1" spc="-110"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SCIENCES</a:t>
            </a:r>
            <a:endParaRPr lang="en-US" sz="2000" b="1" spc="-10" dirty="0">
              <a:latin typeface="Times New Roman" panose="02020603050405020304"/>
              <a:cs typeface="Times New Roman" panose="02020603050405020304"/>
            </a:endParaRPr>
          </a:p>
          <a:p>
            <a:pPr marL="760730" marR="1572895" algn="ctr">
              <a:lnSpc>
                <a:spcPts val="2390"/>
              </a:lnSpc>
              <a:spcBef>
                <a:spcPts val="190"/>
              </a:spcBef>
            </a:pPr>
            <a:endParaRPr lang="en-US" sz="2000" b="1" spc="-10" dirty="0">
              <a:latin typeface="Times New Roman" panose="02020603050405020304"/>
              <a:cs typeface="Times New Roman" panose="02020603050405020304"/>
            </a:endParaRPr>
          </a:p>
          <a:p>
            <a:pPr marL="760730" marR="1572895" algn="ctr">
              <a:lnSpc>
                <a:spcPts val="2390"/>
              </a:lnSpc>
              <a:spcBef>
                <a:spcPts val="190"/>
              </a:spcBef>
            </a:pPr>
            <a:r>
              <a:rPr lang="en-US" altLang="en-US" sz="2400" dirty="0">
                <a:solidFill>
                  <a:srgbClr val="000000"/>
                </a:solidFill>
                <a:latin typeface="Times New Roman" panose="02020603050405020304" pitchFamily="18" charset="0"/>
                <a:cs typeface="Times New Roman" panose="02020603050405020304" pitchFamily="18" charset="0"/>
              </a:rPr>
              <a:t>Capstone project presentation</a:t>
            </a:r>
          </a:p>
          <a:p>
            <a:pPr marL="9525" algn="ctr">
              <a:lnSpc>
                <a:spcPct val="100000"/>
              </a:lnSpc>
              <a:tabLst>
                <a:tab pos="1059815" algn="l"/>
              </a:tabLst>
            </a:pPr>
            <a:r>
              <a:rPr lang="en-IN" sz="3200" b="1" dirty="0">
                <a:latin typeface="Times New Roman" panose="02020603050405020304" pitchFamily="18" charset="0"/>
                <a:cs typeface="Times New Roman" panose="02020603050405020304" pitchFamily="18" charset="0"/>
              </a:rPr>
              <a:t>SentinelX AI: Next-Generation Autonomous Cyber Defense Platform</a:t>
            </a:r>
            <a:endParaRPr sz="3200" b="1" dirty="0">
              <a:latin typeface="Times New Roman" panose="02020603050405020304"/>
              <a:cs typeface="Times New Roman" panose="02020603050405020304"/>
            </a:endParaRPr>
          </a:p>
          <a:p>
            <a:pPr marL="9525" algn="ctr">
              <a:lnSpc>
                <a:spcPct val="100000"/>
              </a:lnSpc>
              <a:tabLst>
                <a:tab pos="1059815" algn="l"/>
              </a:tabLst>
            </a:pPr>
            <a:endParaRPr b="1" i="1" dirty="0">
              <a:latin typeface="Times New Roman" panose="02020603050405020304"/>
              <a:cs typeface="Times New Roman" panose="02020603050405020304"/>
            </a:endParaRPr>
          </a:p>
          <a:p>
            <a:pPr marL="9525" algn="ctr">
              <a:tabLst>
                <a:tab pos="1059815" algn="l"/>
              </a:tabLst>
            </a:pPr>
            <a:r>
              <a:rPr lang="en-IN" b="1" dirty="0">
                <a:latin typeface="Times New Roman" panose="02020603050405020304" pitchFamily="18" charset="0"/>
                <a:cs typeface="Times New Roman" panose="02020603050405020304" pitchFamily="18" charset="0"/>
              </a:rPr>
              <a:t>CSA1707 - ARTIFICIAL INTELLIGENCE</a:t>
            </a:r>
          </a:p>
          <a:p>
            <a:pPr marL="9525" algn="ctr">
              <a:lnSpc>
                <a:spcPct val="100000"/>
              </a:lnSpc>
              <a:tabLst>
                <a:tab pos="1059815" algn="l"/>
              </a:tabLst>
            </a:pPr>
            <a:endParaRPr lang="en-IN" sz="2400" dirty="0">
              <a:latin typeface="Times New Roman" panose="02020603050405020304"/>
              <a:cs typeface="Times New Roman" panose="02020603050405020304"/>
            </a:endParaRPr>
          </a:p>
        </p:txBody>
      </p:sp>
      <p:sp>
        <p:nvSpPr>
          <p:cNvPr id="4" name="object 4"/>
          <p:cNvSpPr txBox="1"/>
          <p:nvPr/>
        </p:nvSpPr>
        <p:spPr>
          <a:xfrm>
            <a:off x="1148588" y="4909566"/>
            <a:ext cx="3042412" cy="1238801"/>
          </a:xfrm>
          <a:prstGeom prst="rect">
            <a:avLst/>
          </a:prstGeom>
        </p:spPr>
        <p:txBody>
          <a:bodyPr vert="horz" wrap="square" lIns="0" tIns="12700" rIns="0" bIns="0" rtlCol="0">
            <a:spAutoFit/>
          </a:bodyPr>
          <a:lstStyle/>
          <a:p>
            <a:pPr marL="12700">
              <a:lnSpc>
                <a:spcPct val="100000"/>
              </a:lnSpc>
              <a:spcBef>
                <a:spcPts val="100"/>
              </a:spcBef>
            </a:pPr>
            <a:r>
              <a:rPr sz="2600" b="1" dirty="0">
                <a:latin typeface="Times New Roman" panose="02020603050405020304"/>
                <a:cs typeface="Times New Roman" panose="02020603050405020304"/>
              </a:rPr>
              <a:t>Guided</a:t>
            </a:r>
            <a:r>
              <a:rPr sz="2600" b="1" spc="-60" dirty="0">
                <a:latin typeface="Times New Roman" panose="02020603050405020304"/>
                <a:cs typeface="Times New Roman" panose="02020603050405020304"/>
              </a:rPr>
              <a:t> </a:t>
            </a:r>
            <a:r>
              <a:rPr sz="2600" b="1" spc="-25" dirty="0">
                <a:latin typeface="Times New Roman" panose="02020603050405020304"/>
                <a:cs typeface="Times New Roman" panose="02020603050405020304"/>
              </a:rPr>
              <a:t>By</a:t>
            </a:r>
            <a:r>
              <a:rPr lang="en-US" sz="2600" b="1" spc="-25" dirty="0">
                <a:latin typeface="Times New Roman" panose="02020603050405020304"/>
                <a:cs typeface="Times New Roman" panose="02020603050405020304"/>
              </a:rPr>
              <a:t>:-</a:t>
            </a:r>
          </a:p>
          <a:p>
            <a:pPr marL="12700">
              <a:lnSpc>
                <a:spcPct val="100000"/>
              </a:lnSpc>
              <a:spcBef>
                <a:spcPts val="100"/>
              </a:spcBef>
            </a:pPr>
            <a:r>
              <a:rPr lang="en-US" sz="2600" b="1" spc="-25" dirty="0">
                <a:latin typeface="Times New Roman" panose="02020603050405020304"/>
                <a:cs typeface="Times New Roman" panose="02020603050405020304"/>
              </a:rPr>
              <a:t>Dr. </a:t>
            </a:r>
            <a:r>
              <a:rPr lang="en-US" sz="2600" b="1" spc="-25" dirty="0" err="1">
                <a:latin typeface="Times New Roman" panose="02020603050405020304"/>
                <a:cs typeface="Times New Roman" panose="02020603050405020304"/>
              </a:rPr>
              <a:t>R.Veeramani</a:t>
            </a:r>
            <a:endParaRPr lang="en-US" sz="2600" b="1" spc="-25" dirty="0">
              <a:latin typeface="Times New Roman" panose="02020603050405020304"/>
              <a:cs typeface="Times New Roman" panose="02020603050405020304"/>
            </a:endParaRPr>
          </a:p>
          <a:p>
            <a:pPr marL="12700">
              <a:lnSpc>
                <a:spcPct val="100000"/>
              </a:lnSpc>
              <a:spcBef>
                <a:spcPts val="100"/>
              </a:spcBef>
            </a:pPr>
            <a:endParaRPr lang="en-US" sz="2600" b="1" spc="-25" dirty="0">
              <a:latin typeface="Times New Roman" panose="02020603050405020304"/>
              <a:cs typeface="Times New Roman" panose="02020603050405020304"/>
            </a:endParaRPr>
          </a:p>
        </p:txBody>
      </p:sp>
      <p:sp>
        <p:nvSpPr>
          <p:cNvPr id="5" name="object 5"/>
          <p:cNvSpPr txBox="1"/>
          <p:nvPr/>
        </p:nvSpPr>
        <p:spPr>
          <a:xfrm>
            <a:off x="6705600" y="4315440"/>
            <a:ext cx="5257800" cy="2741135"/>
          </a:xfrm>
          <a:prstGeom prst="rect">
            <a:avLst/>
          </a:prstGeom>
        </p:spPr>
        <p:txBody>
          <a:bodyPr vert="horz" wrap="square" lIns="0" tIns="78105" rIns="0" bIns="0" rtlCol="0">
            <a:spAutoFit/>
          </a:bodyPr>
          <a:lstStyle/>
          <a:p>
            <a:pPr marL="169545">
              <a:lnSpc>
                <a:spcPct val="100000"/>
              </a:lnSpc>
              <a:spcBef>
                <a:spcPts val="615"/>
              </a:spcBef>
            </a:pPr>
            <a:r>
              <a:rPr sz="2400" b="1" dirty="0">
                <a:solidFill>
                  <a:srgbClr val="0C0C0C"/>
                </a:solidFill>
                <a:latin typeface="Times New Roman" panose="02020603050405020304"/>
                <a:cs typeface="Times New Roman" panose="02020603050405020304"/>
              </a:rPr>
              <a:t>Presented</a:t>
            </a:r>
            <a:r>
              <a:rPr sz="2400" b="1" spc="-45" dirty="0">
                <a:solidFill>
                  <a:srgbClr val="0C0C0C"/>
                </a:solidFill>
                <a:latin typeface="Times New Roman" panose="02020603050405020304"/>
                <a:cs typeface="Times New Roman" panose="02020603050405020304"/>
              </a:rPr>
              <a:t> </a:t>
            </a:r>
            <a:r>
              <a:rPr sz="2400" b="1" spc="-25" dirty="0">
                <a:solidFill>
                  <a:srgbClr val="0C0C0C"/>
                </a:solidFill>
                <a:latin typeface="Times New Roman" panose="02020603050405020304"/>
                <a:cs typeface="Times New Roman" panose="02020603050405020304"/>
              </a:rPr>
              <a:t>by:</a:t>
            </a:r>
            <a:endParaRPr lang="en-US" sz="2400" b="1" spc="-25" dirty="0">
              <a:solidFill>
                <a:srgbClr val="0C0C0C"/>
              </a:solidFill>
              <a:latin typeface="Times New Roman" panose="02020603050405020304"/>
              <a:cs typeface="Times New Roman" panose="02020603050405020304"/>
            </a:endParaRPr>
          </a:p>
          <a:p>
            <a:r>
              <a:rPr lang="en-US" sz="2400" dirty="0">
                <a:latin typeface="Times New Roman" panose="02020603050405020304" pitchFamily="18" charset="0"/>
                <a:cs typeface="Times New Roman" panose="02020603050405020304" pitchFamily="18" charset="0"/>
              </a:rPr>
              <a:t>Geferlin Boffy R (192571080)</a:t>
            </a:r>
          </a:p>
          <a:p>
            <a:r>
              <a:rPr lang="en-US" sz="2400" dirty="0">
                <a:latin typeface="Times New Roman" panose="02020603050405020304" pitchFamily="18" charset="0"/>
                <a:cs typeface="Times New Roman" panose="02020603050405020304" pitchFamily="18" charset="0"/>
              </a:rPr>
              <a:t>Jayashree M (192524373)</a:t>
            </a:r>
          </a:p>
          <a:p>
            <a:r>
              <a:rPr lang="en-US" sz="2400" dirty="0">
                <a:latin typeface="Times New Roman" panose="02020603050405020304" pitchFamily="18" charset="0"/>
                <a:cs typeface="Times New Roman" panose="02020603050405020304" pitchFamily="18" charset="0"/>
              </a:rPr>
              <a:t>J O Joanna Divine (192572003)</a:t>
            </a:r>
          </a:p>
          <a:p>
            <a:r>
              <a:rPr lang="en-IN" sz="2400" dirty="0">
                <a:latin typeface="Times New Roman" panose="02020603050405020304" pitchFamily="18" charset="0"/>
                <a:cs typeface="Times New Roman" panose="02020603050405020304" pitchFamily="18" charset="0"/>
              </a:rPr>
              <a:t>Anupratha C (192573024)</a:t>
            </a:r>
          </a:p>
          <a:p>
            <a:endParaRPr lang="en-IN" sz="2400" dirty="0">
              <a:latin typeface="Times New Roman" panose="02020603050405020304" pitchFamily="18" charset="0"/>
              <a:cs typeface="Times New Roman" panose="02020603050405020304" pitchFamily="18" charset="0"/>
            </a:endParaRPr>
          </a:p>
          <a:p>
            <a:pPr marL="169545">
              <a:lnSpc>
                <a:spcPct val="100000"/>
              </a:lnSpc>
              <a:spcBef>
                <a:spcPts val="615"/>
              </a:spcBef>
            </a:pPr>
            <a:endParaRPr lang="en-IN" sz="2400" b="1" spc="-25" dirty="0">
              <a:solidFill>
                <a:srgbClr val="0C0C0C"/>
              </a:solidFill>
              <a:latin typeface="Times New Roman" panose="02020603050405020304"/>
              <a:cs typeface="Times New Roman" panose="02020603050405020304"/>
            </a:endParaRPr>
          </a:p>
        </p:txBody>
      </p:sp>
      <p:pic>
        <p:nvPicPr>
          <p:cNvPr id="6" name="object 6"/>
          <p:cNvPicPr/>
          <p:nvPr/>
        </p:nvPicPr>
        <p:blipFill>
          <a:blip r:embed="rId3" cstate="print"/>
          <a:stretch>
            <a:fillRect/>
          </a:stretch>
        </p:blipFill>
        <p:spPr>
          <a:xfrm>
            <a:off x="1024255" y="475615"/>
            <a:ext cx="1134694" cy="1342389"/>
          </a:xfrm>
          <a:prstGeom prst="rect">
            <a:avLst/>
          </a:prstGeom>
        </p:spPr>
      </p:pic>
      <p:pic>
        <p:nvPicPr>
          <p:cNvPr id="7" name="object 7"/>
          <p:cNvPicPr/>
          <p:nvPr/>
        </p:nvPicPr>
        <p:blipFill>
          <a:blip r:embed="rId4" cstate="print"/>
          <a:stretch>
            <a:fillRect/>
          </a:stretch>
        </p:blipFill>
        <p:spPr>
          <a:xfrm>
            <a:off x="9647555" y="328929"/>
            <a:ext cx="1519554" cy="1342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621053"/>
            <a:ext cx="7497064" cy="681340"/>
          </a:xfrm>
          <a:prstGeom prst="rect">
            <a:avLst/>
          </a:prstGeom>
        </p:spPr>
        <p:txBody>
          <a:bodyPr vert="horz" wrap="square" lIns="0" tIns="187071" rIns="0" bIns="0" rtlCol="0">
            <a:spAutoFit/>
          </a:bodyPr>
          <a:lstStyle/>
          <a:p>
            <a:pPr marL="2073910">
              <a:lnSpc>
                <a:spcPct val="100000"/>
              </a:lnSpc>
              <a:spcBef>
                <a:spcPts val="105"/>
              </a:spcBef>
            </a:pPr>
            <a:r>
              <a:rPr lang="en-US" spc="-10" dirty="0"/>
              <a:t>INTRODUCTION</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xfrm>
            <a:off x="5811139" y="6474967"/>
            <a:ext cx="564514" cy="156068"/>
          </a:xfrm>
          <a:prstGeom prst="rect">
            <a:avLst/>
          </a:prstGeom>
        </p:spPr>
        <p:txBody>
          <a:bodyPr vert="horz" wrap="square" lIns="0" tIns="0" rIns="0" bIns="0" rtlCol="0">
            <a:spAutoFit/>
          </a:bodyPr>
          <a:lstStyle/>
          <a:p>
            <a:pPr marL="12700">
              <a:lnSpc>
                <a:spcPts val="1240"/>
              </a:lnSpc>
            </a:pP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2</a:t>
            </a:fld>
            <a:endParaRPr spc="-50" dirty="0"/>
          </a:p>
        </p:txBody>
      </p:sp>
      <p:sp>
        <p:nvSpPr>
          <p:cNvPr id="9" name="TextBox 8">
            <a:extLst>
              <a:ext uri="{FF2B5EF4-FFF2-40B4-BE49-F238E27FC236}">
                <a16:creationId xmlns:a16="http://schemas.microsoft.com/office/drawing/2014/main" id="{1298CBAA-4211-B5B6-4881-7A6995357305}"/>
              </a:ext>
            </a:extLst>
          </p:cNvPr>
          <p:cNvSpPr txBox="1"/>
          <p:nvPr/>
        </p:nvSpPr>
        <p:spPr>
          <a:xfrm>
            <a:off x="643129" y="1675832"/>
            <a:ext cx="7203504" cy="4955203"/>
          </a:xfrm>
          <a:prstGeom prst="rect">
            <a:avLst/>
          </a:prstGeom>
          <a:noFill/>
        </p:spPr>
        <p:txBody>
          <a:bodyPr wrap="square">
            <a:spAutoFit/>
          </a:bodyPr>
          <a:lstStyle/>
          <a:p>
            <a:pPr marL="34290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Cybersecurity is important for protecting systems, networks, and data from cyber attacks.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Large amounts of security logs make it difficult to manually identify threats.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 and Machine Learning can help detect suspicious activities automatically.</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 Sentinel analyzes logs and identifies possible cyber threats.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provides threat alerts, severity levels, MITRE ATT&amp;CK mapping, and security recommendations.</a:t>
            </a:r>
          </a:p>
          <a:p>
            <a:pPr>
              <a:buFont typeface="Wingdings" panose="05000000000000000000" pitchFamily="2" charset="2"/>
              <a:buChar char="§"/>
            </a:pPr>
            <a:endParaRPr lang="en-IN" sz="2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9346182-F427-52C1-09C3-D78DB3687DFD}"/>
              </a:ext>
            </a:extLst>
          </p:cNvPr>
          <p:cNvPicPr>
            <a:picLocks noChangeAspect="1"/>
          </p:cNvPicPr>
          <p:nvPr/>
        </p:nvPicPr>
        <p:blipFill>
          <a:blip r:embed="rId4"/>
          <a:srcRect l="20500" r="16326"/>
          <a:stretch>
            <a:fillRect/>
          </a:stretch>
        </p:blipFill>
        <p:spPr>
          <a:xfrm>
            <a:off x="7871421" y="2101080"/>
            <a:ext cx="3929063" cy="38063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1564" y="685800"/>
            <a:ext cx="7497064" cy="704214"/>
          </a:xfrm>
          <a:prstGeom prst="rect">
            <a:avLst/>
          </a:prstGeom>
        </p:spPr>
        <p:txBody>
          <a:bodyPr vert="horz" wrap="square" lIns="0" tIns="187071" rIns="0" bIns="0" rtlCol="0">
            <a:spAutoFit/>
          </a:bodyPr>
          <a:lstStyle/>
          <a:p>
            <a:pPr marL="2468880">
              <a:lnSpc>
                <a:spcPct val="100000"/>
              </a:lnSpc>
              <a:spcBef>
                <a:spcPts val="105"/>
              </a:spcBef>
            </a:pPr>
            <a:r>
              <a:rPr lang="en-US" spc="-10" dirty="0"/>
              <a:t>ABSTRACT</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3</a:t>
            </a:fld>
            <a:endParaRPr spc="-50" dirty="0"/>
          </a:p>
        </p:txBody>
      </p:sp>
      <p:sp>
        <p:nvSpPr>
          <p:cNvPr id="7" name="Text Box 6"/>
          <p:cNvSpPr txBox="1"/>
          <p:nvPr/>
        </p:nvSpPr>
        <p:spPr>
          <a:xfrm>
            <a:off x="356870" y="1819911"/>
            <a:ext cx="6593471" cy="4655056"/>
          </a:xfrm>
          <a:prstGeom prst="rect">
            <a:avLst/>
          </a:prstGeom>
          <a:noFill/>
        </p:spPr>
        <p:txBody>
          <a:bodyPr wrap="square" rtlCol="0" anchor="t">
            <a:no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AI Sentinel</a:t>
            </a:r>
            <a:r>
              <a:rPr lang="en-IN" sz="2400" dirty="0">
                <a:latin typeface="Times New Roman" panose="02020603050405020304" pitchFamily="18" charset="0"/>
                <a:cs typeface="Times New Roman" panose="02020603050405020304" pitchFamily="18" charset="0"/>
              </a:rPr>
              <a:t> is an AI-based cybersecurity application for detecting cyber threats.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analyzes </a:t>
            </a:r>
            <a:r>
              <a:rPr lang="en-IN" sz="2400" b="1" dirty="0">
                <a:latin typeface="Times New Roman" panose="02020603050405020304" pitchFamily="18" charset="0"/>
                <a:cs typeface="Times New Roman" panose="02020603050405020304" pitchFamily="18" charset="0"/>
              </a:rPr>
              <a:t>system and network logs</a:t>
            </a:r>
            <a:r>
              <a:rPr lang="en-IN" sz="2400" dirty="0">
                <a:latin typeface="Times New Roman" panose="02020603050405020304" pitchFamily="18" charset="0"/>
                <a:cs typeface="Times New Roman" panose="02020603050405020304" pitchFamily="18" charset="0"/>
              </a:rPr>
              <a:t> to identify suspicious activities.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Machine Learning is used to </a:t>
            </a:r>
            <a:r>
              <a:rPr lang="en-IN" sz="2400" b="1" dirty="0">
                <a:latin typeface="Times New Roman" panose="02020603050405020304" pitchFamily="18" charset="0"/>
                <a:cs typeface="Times New Roman" panose="02020603050405020304" pitchFamily="18" charset="0"/>
              </a:rPr>
              <a:t>detect and classify different types of threats</a:t>
            </a: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maps detected threats to the </a:t>
            </a:r>
            <a:r>
              <a:rPr lang="en-IN" sz="2400" b="1" dirty="0">
                <a:latin typeface="Times New Roman" panose="02020603050405020304" pitchFamily="18" charset="0"/>
                <a:cs typeface="Times New Roman" panose="02020603050405020304" pitchFamily="18" charset="0"/>
              </a:rPr>
              <a:t>MITRE ATT&amp;CK framework</a:t>
            </a:r>
            <a:r>
              <a:rPr lang="en-IN" sz="2400" dirty="0">
                <a:latin typeface="Times New Roman" panose="02020603050405020304" pitchFamily="18" charset="0"/>
                <a:cs typeface="Times New Roman" panose="02020603050405020304" pitchFamily="18" charset="0"/>
              </a:rPr>
              <a:t> and provides security recommendations.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dashboard</a:t>
            </a:r>
            <a:r>
              <a:rPr lang="en-IN" sz="2400" dirty="0">
                <a:latin typeface="Times New Roman" panose="02020603050405020304" pitchFamily="18" charset="0"/>
                <a:cs typeface="Times New Roman" panose="02020603050405020304" pitchFamily="18" charset="0"/>
              </a:rPr>
              <a:t> displays threats, alerts, severity levels, and reports for easy monitoring.</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2EE8194-79EA-A12A-C279-5A04B66930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959" y="2028190"/>
            <a:ext cx="4506912" cy="36485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5748" y="829311"/>
            <a:ext cx="7497064" cy="704214"/>
          </a:xfrm>
          <a:prstGeom prst="rect">
            <a:avLst/>
          </a:prstGeom>
        </p:spPr>
        <p:txBody>
          <a:bodyPr vert="horz" wrap="square" lIns="0" tIns="203834" rIns="0" bIns="0" rtlCol="0">
            <a:spAutoFit/>
          </a:bodyPr>
          <a:lstStyle/>
          <a:p>
            <a:pPr marL="1400175">
              <a:lnSpc>
                <a:spcPct val="100000"/>
              </a:lnSpc>
              <a:spcBef>
                <a:spcPts val="105"/>
              </a:spcBef>
            </a:pPr>
            <a:r>
              <a:rPr dirty="0"/>
              <a:t>PROBLEM</a:t>
            </a:r>
            <a:r>
              <a:rPr spc="-100" dirty="0"/>
              <a:t> </a:t>
            </a:r>
            <a:r>
              <a:rPr spc="-10" dirty="0"/>
              <a:t>STATEMENT</a:t>
            </a:r>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6" name="object 6"/>
          <p:cNvSpPr txBox="1">
            <a:spLocks noGrp="1"/>
          </p:cNvSpPr>
          <p:nvPr>
            <p:ph type="ftr" sz="quarter" idx="5"/>
          </p:nvPr>
        </p:nvSpPr>
        <p:spPr>
          <a:xfrm>
            <a:off x="5811139" y="6474967"/>
            <a:ext cx="564514" cy="156068"/>
          </a:xfrm>
          <a:prstGeom prst="rect">
            <a:avLst/>
          </a:prstGeom>
        </p:spPr>
        <p:txBody>
          <a:bodyPr vert="horz" wrap="square" lIns="0" tIns="0" rIns="0" bIns="0" rtlCol="0">
            <a:spAutoFit/>
          </a:bodyPr>
          <a:lstStyle/>
          <a:p>
            <a:pPr marL="12700">
              <a:lnSpc>
                <a:spcPts val="1240"/>
              </a:lnSpc>
            </a:pPr>
            <a:endParaRPr spc="-10" dirty="0"/>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4</a:t>
            </a:fld>
            <a:endParaRPr spc="-50" dirty="0"/>
          </a:p>
        </p:txBody>
      </p:sp>
      <p:sp>
        <p:nvSpPr>
          <p:cNvPr id="12" name="Rectangle 4">
            <a:extLst>
              <a:ext uri="{FF2B5EF4-FFF2-40B4-BE49-F238E27FC236}">
                <a16:creationId xmlns:a16="http://schemas.microsoft.com/office/drawing/2014/main" id="{C6B6B9F7-A960-B3FC-3C9D-2DD686A4ACFF}"/>
              </a:ext>
            </a:extLst>
          </p:cNvPr>
          <p:cNvSpPr>
            <a:spLocks noChangeArrowheads="1"/>
          </p:cNvSpPr>
          <p:nvPr/>
        </p:nvSpPr>
        <p:spPr bwMode="auto">
          <a:xfrm flipH="1">
            <a:off x="973378" y="3974306"/>
            <a:ext cx="9909556" cy="431970"/>
          </a:xfrm>
          <a:prstGeom prst="rect">
            <a:avLst/>
          </a:prstGeom>
          <a:solidFill>
            <a:schemeClr val="bg1"/>
          </a:solidFill>
          <a:ln>
            <a:noFill/>
          </a:ln>
          <a:effectLst/>
        </p:spPr>
        <p:txBody>
          <a:bodyPr vert="horz" wrap="square" lIns="0" tIns="0" rIns="0" bIns="25392"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841240A-21A0-8E47-5388-B4994638D07E}"/>
              </a:ext>
            </a:extLst>
          </p:cNvPr>
          <p:cNvSpPr txBox="1"/>
          <p:nvPr/>
        </p:nvSpPr>
        <p:spPr>
          <a:xfrm>
            <a:off x="533400" y="1959452"/>
            <a:ext cx="6553200" cy="4893647"/>
          </a:xfrm>
          <a:prstGeom prst="rect">
            <a:avLst/>
          </a:prstGeom>
          <a:noFill/>
        </p:spPr>
        <p:txBody>
          <a:bodyPr wrap="square" rtlCol="0">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Difficulty in threat detection:</a:t>
            </a:r>
            <a:r>
              <a:rPr lang="en-IN" sz="2400" dirty="0">
                <a:latin typeface="Times New Roman" panose="02020603050405020304" pitchFamily="18" charset="0"/>
                <a:cs typeface="Times New Roman" panose="02020603050405020304" pitchFamily="18" charset="0"/>
              </a:rPr>
              <a:t> Large volumes of system and network logs make it difficult for security teams to identify suspicious activities manually.</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Limitations of traditional systems:</a:t>
            </a:r>
            <a:r>
              <a:rPr lang="en-IN" sz="2400" dirty="0">
                <a:latin typeface="Times New Roman" panose="02020603050405020304" pitchFamily="18" charset="0"/>
                <a:cs typeface="Times New Roman" panose="02020603050405020304" pitchFamily="18" charset="0"/>
              </a:rPr>
              <a:t> Rule-based security systems may fail to detect new or unknown attacks and can generate a high number of false alerts.</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Need for intelligent monitoring:</a:t>
            </a:r>
            <a:r>
              <a:rPr lang="en-IN" sz="2400" dirty="0">
                <a:latin typeface="Times New Roman" panose="02020603050405020304" pitchFamily="18" charset="0"/>
                <a:cs typeface="Times New Roman" panose="02020603050405020304" pitchFamily="18" charset="0"/>
              </a:rPr>
              <a:t> A smart AI-based solution is needed to automatically analyze logs, identify and classify threats, assess their severity, and provide useful security alerts.</a:t>
            </a:r>
          </a:p>
          <a:p>
            <a:pPr>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3B7DE68-1325-BB1B-2E88-940285000F4A}"/>
              </a:ext>
            </a:extLst>
          </p:cNvPr>
          <p:cNvPicPr>
            <a:picLocks noChangeAspect="1"/>
          </p:cNvPicPr>
          <p:nvPr/>
        </p:nvPicPr>
        <p:blipFill>
          <a:blip r:embed="rId4">
            <a:extLst>
              <a:ext uri="{28A0092B-C50C-407E-A947-70E740481C1C}">
                <a14:useLocalDpi xmlns:a14="http://schemas.microsoft.com/office/drawing/2010/main" val="0"/>
              </a:ext>
            </a:extLst>
          </a:blip>
          <a:srcRect r="12894"/>
          <a:stretch>
            <a:fillRect/>
          </a:stretch>
        </p:blipFill>
        <p:spPr>
          <a:xfrm>
            <a:off x="7391400" y="2377881"/>
            <a:ext cx="4508544" cy="3276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6527" y="516347"/>
            <a:ext cx="7497064" cy="704214"/>
          </a:xfrm>
          <a:prstGeom prst="rect">
            <a:avLst/>
          </a:prstGeom>
        </p:spPr>
        <p:txBody>
          <a:bodyPr vert="horz" wrap="square" lIns="0" tIns="187071" rIns="0" bIns="0" rtlCol="0">
            <a:spAutoFit/>
          </a:bodyPr>
          <a:lstStyle/>
          <a:p>
            <a:pPr marL="2054225">
              <a:lnSpc>
                <a:spcPct val="100000"/>
              </a:lnSpc>
              <a:spcBef>
                <a:spcPts val="105"/>
              </a:spcBef>
            </a:pPr>
            <a:r>
              <a:rPr lang="en-US" spc="-10" dirty="0"/>
              <a:t>OBJECTIVES</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xfrm>
            <a:off x="5811139" y="6474967"/>
            <a:ext cx="564514" cy="156068"/>
          </a:xfrm>
          <a:prstGeom prst="rect">
            <a:avLst/>
          </a:prstGeom>
        </p:spPr>
        <p:txBody>
          <a:bodyPr vert="horz" wrap="square" lIns="0" tIns="0" rIns="0" bIns="0" rtlCol="0">
            <a:spAutoFit/>
          </a:bodyPr>
          <a:lstStyle/>
          <a:p>
            <a:pPr marL="12700">
              <a:lnSpc>
                <a:spcPts val="1240"/>
              </a:lnSpc>
            </a:pP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5</a:t>
            </a:fld>
            <a:endParaRPr spc="-50" dirty="0"/>
          </a:p>
        </p:txBody>
      </p:sp>
      <p:sp>
        <p:nvSpPr>
          <p:cNvPr id="7" name="Text Box 6"/>
          <p:cNvSpPr txBox="1"/>
          <p:nvPr/>
        </p:nvSpPr>
        <p:spPr>
          <a:xfrm>
            <a:off x="356870" y="1524000"/>
            <a:ext cx="11676378" cy="498663"/>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0E78580-6F23-39D0-000F-47C8D7777272}"/>
              </a:ext>
            </a:extLst>
          </p:cNvPr>
          <p:cNvSpPr txBox="1"/>
          <p:nvPr/>
        </p:nvSpPr>
        <p:spPr>
          <a:xfrm>
            <a:off x="356870" y="1773331"/>
            <a:ext cx="6748271" cy="4457952"/>
          </a:xfrm>
          <a:prstGeom prst="rect">
            <a:avLst/>
          </a:prstGeom>
          <a:noFill/>
        </p:spPr>
        <p:txBody>
          <a:bodyPr wrap="square">
            <a:spAutoFit/>
          </a:bodyPr>
          <a:lstStyle/>
          <a:p>
            <a:pPr>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To develop an AI-powered platform for real-time cyber threat detection and monitoring. </a:t>
            </a:r>
          </a:p>
          <a:p>
            <a:pPr>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To detect suspicious activities and cyber attacks using Machine Learning algorithms. </a:t>
            </a:r>
          </a:p>
          <a:p>
            <a:pPr>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To predict potential cyber threats based on historical attack patterns. </a:t>
            </a:r>
          </a:p>
          <a:p>
            <a:pPr>
              <a:lnSpc>
                <a:spcPct val="150000"/>
              </a:lnSpc>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To provide Explainable AI (XAI) for transparent and understandable threat detection.</a:t>
            </a:r>
          </a:p>
        </p:txBody>
      </p:sp>
      <p:pic>
        <p:nvPicPr>
          <p:cNvPr id="10" name="Picture 9" descr="Machine Learning for Cybersecurity: Detecting Threats Before They Strike | by Hire AI Developer | Medium">
            <a:extLst>
              <a:ext uri="{FF2B5EF4-FFF2-40B4-BE49-F238E27FC236}">
                <a16:creationId xmlns:a16="http://schemas.microsoft.com/office/drawing/2014/main" id="{07F587D0-92A1-650E-4B4A-3C872A0333D0}"/>
              </a:ext>
            </a:extLst>
          </p:cNvPr>
          <p:cNvPicPr>
            <a:picLocks noChangeAspect="1"/>
          </p:cNvPicPr>
          <p:nvPr/>
        </p:nvPicPr>
        <p:blipFill>
          <a:blip r:embed="rId4"/>
          <a:srcRect l="4581" t="21991" r="8575"/>
          <a:stretch>
            <a:fillRect/>
          </a:stretch>
        </p:blipFill>
        <p:spPr>
          <a:xfrm>
            <a:off x="7391400" y="2241011"/>
            <a:ext cx="4512507" cy="34318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613700"/>
            <a:ext cx="7497064" cy="704214"/>
          </a:xfrm>
          <a:prstGeom prst="rect">
            <a:avLst/>
          </a:prstGeom>
        </p:spPr>
        <p:txBody>
          <a:bodyPr vert="horz" wrap="square" lIns="0" tIns="187071" rIns="0" bIns="0" rtlCol="0">
            <a:spAutoFit/>
          </a:bodyPr>
          <a:lstStyle/>
          <a:p>
            <a:pPr marL="2054225">
              <a:lnSpc>
                <a:spcPct val="100000"/>
              </a:lnSpc>
              <a:spcBef>
                <a:spcPts val="105"/>
              </a:spcBef>
            </a:pPr>
            <a:r>
              <a:rPr lang="en-US" spc="-10" dirty="0"/>
              <a:t>Existing System</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xfrm>
            <a:off x="5811139" y="6474967"/>
            <a:ext cx="564514" cy="156068"/>
          </a:xfrm>
          <a:prstGeom prst="rect">
            <a:avLst/>
          </a:prstGeom>
        </p:spPr>
        <p:txBody>
          <a:bodyPr vert="horz" wrap="square" lIns="0" tIns="0" rIns="0" bIns="0" rtlCol="0">
            <a:spAutoFit/>
          </a:bodyPr>
          <a:lstStyle/>
          <a:p>
            <a:pPr marL="12700">
              <a:lnSpc>
                <a:spcPts val="1240"/>
              </a:lnSpc>
            </a:pP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6</a:t>
            </a:fld>
            <a:endParaRPr spc="-50" dirty="0"/>
          </a:p>
        </p:txBody>
      </p:sp>
      <p:sp>
        <p:nvSpPr>
          <p:cNvPr id="7" name="Text Box 6"/>
          <p:cNvSpPr txBox="1"/>
          <p:nvPr/>
        </p:nvSpPr>
        <p:spPr>
          <a:xfrm>
            <a:off x="356870" y="1524000"/>
            <a:ext cx="11676378" cy="498663"/>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23C9E64-B759-2FE0-37C3-729135CD888B}"/>
              </a:ext>
            </a:extLst>
          </p:cNvPr>
          <p:cNvSpPr txBox="1"/>
          <p:nvPr/>
        </p:nvSpPr>
        <p:spPr>
          <a:xfrm>
            <a:off x="533400" y="2022663"/>
            <a:ext cx="7012113" cy="3785652"/>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Traditional cybersecurity systems mainly depend on predefined rules and signatures to detect threats.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Security teams manually monitor system and network logs.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SIEM tools collect and visualize security events.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Threat detection is often based on known attack patterns.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Some systems provide limited automated response and threat analysis.</a:t>
            </a:r>
          </a:p>
        </p:txBody>
      </p:sp>
      <p:pic>
        <p:nvPicPr>
          <p:cNvPr id="11" name="Picture 10">
            <a:extLst>
              <a:ext uri="{FF2B5EF4-FFF2-40B4-BE49-F238E27FC236}">
                <a16:creationId xmlns:a16="http://schemas.microsoft.com/office/drawing/2014/main" id="{FDD1BDFC-6476-2407-D51B-3ECB309C3F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6646" y="2228749"/>
            <a:ext cx="4110554" cy="3333851"/>
          </a:xfrm>
          <a:prstGeom prst="rect">
            <a:avLst/>
          </a:prstGeom>
        </p:spPr>
      </p:pic>
    </p:spTree>
    <p:extLst>
      <p:ext uri="{BB962C8B-B14F-4D97-AF65-F5344CB8AC3E}">
        <p14:creationId xmlns:p14="http://schemas.microsoft.com/office/powerpoint/2010/main" val="3368620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613700"/>
            <a:ext cx="7497064" cy="704214"/>
          </a:xfrm>
          <a:prstGeom prst="rect">
            <a:avLst/>
          </a:prstGeom>
        </p:spPr>
        <p:txBody>
          <a:bodyPr vert="horz" wrap="square" lIns="0" tIns="187071" rIns="0" bIns="0" rtlCol="0">
            <a:spAutoFit/>
          </a:bodyPr>
          <a:lstStyle/>
          <a:p>
            <a:pPr marL="2054225">
              <a:lnSpc>
                <a:spcPct val="100000"/>
              </a:lnSpc>
              <a:spcBef>
                <a:spcPts val="105"/>
              </a:spcBef>
            </a:pPr>
            <a:r>
              <a:rPr lang="en-US" spc="-10" dirty="0"/>
              <a:t>Proposed System</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xfrm>
            <a:off x="5811139" y="6474967"/>
            <a:ext cx="564514" cy="156068"/>
          </a:xfrm>
          <a:prstGeom prst="rect">
            <a:avLst/>
          </a:prstGeom>
        </p:spPr>
        <p:txBody>
          <a:bodyPr vert="horz" wrap="square" lIns="0" tIns="0" rIns="0" bIns="0" rtlCol="0">
            <a:spAutoFit/>
          </a:bodyPr>
          <a:lstStyle/>
          <a:p>
            <a:pPr marL="12700">
              <a:lnSpc>
                <a:spcPts val="1240"/>
              </a:lnSpc>
            </a:pP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7</a:t>
            </a:fld>
            <a:endParaRPr spc="-50" dirty="0"/>
          </a:p>
        </p:txBody>
      </p:sp>
      <p:sp>
        <p:nvSpPr>
          <p:cNvPr id="7" name="Text Box 6"/>
          <p:cNvSpPr txBox="1"/>
          <p:nvPr/>
        </p:nvSpPr>
        <p:spPr>
          <a:xfrm>
            <a:off x="356870" y="1524000"/>
            <a:ext cx="11676378" cy="498663"/>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20AE3C6-D3AD-876A-1288-6960C32E4345}"/>
              </a:ext>
            </a:extLst>
          </p:cNvPr>
          <p:cNvSpPr txBox="1"/>
          <p:nvPr/>
        </p:nvSpPr>
        <p:spPr>
          <a:xfrm>
            <a:off x="6738257" y="4713514"/>
            <a:ext cx="184731" cy="369332"/>
          </a:xfrm>
          <a:prstGeom prst="rect">
            <a:avLst/>
          </a:prstGeom>
          <a:noFill/>
        </p:spPr>
        <p:txBody>
          <a:bodyPr wrap="none" rtlCol="0">
            <a:spAutoFit/>
          </a:bodyPr>
          <a:lstStyle/>
          <a:p>
            <a:endParaRPr lang="en-IN" dirty="0"/>
          </a:p>
        </p:txBody>
      </p:sp>
      <p:sp>
        <p:nvSpPr>
          <p:cNvPr id="10" name="TextBox 9">
            <a:extLst>
              <a:ext uri="{FF2B5EF4-FFF2-40B4-BE49-F238E27FC236}">
                <a16:creationId xmlns:a16="http://schemas.microsoft.com/office/drawing/2014/main" id="{F9473329-0AE0-2C0C-D441-5457AE5CB41F}"/>
              </a:ext>
            </a:extLst>
          </p:cNvPr>
          <p:cNvSpPr txBox="1"/>
          <p:nvPr/>
        </p:nvSpPr>
        <p:spPr>
          <a:xfrm>
            <a:off x="575078" y="1896894"/>
            <a:ext cx="10867353" cy="1938992"/>
          </a:xfrm>
          <a:prstGeom prst="rect">
            <a:avLst/>
          </a:prstGeom>
          <a:noFill/>
        </p:spPr>
        <p:txBody>
          <a:bodyPr wrap="square" anchor="ctr">
            <a:spAutoFit/>
          </a:bodyPr>
          <a:lstStyle/>
          <a:p>
            <a:r>
              <a:rPr lang="en-IN" sz="2400" dirty="0">
                <a:latin typeface="Times New Roman" panose="02020603050405020304" pitchFamily="18" charset="0"/>
                <a:cs typeface="Times New Roman" panose="02020603050405020304" pitchFamily="18" charset="0"/>
              </a:rPr>
              <a:t>AI Sentinel is an AI-powered cybersecurity platform that automatically analyzes system logs, detects suspicious activities, classifies cyber threats, and provides security recommendations. The system uses machine learning for threat detection and maps identified attacks to the MITRE ATT&amp;CK framework.</a:t>
            </a:r>
          </a:p>
          <a:p>
            <a:endParaRPr lang="en-IN" sz="2400" dirty="0">
              <a:latin typeface="Times New Roman" panose="02020603050405020304" pitchFamily="18" charset="0"/>
              <a:cs typeface="Times New Roman" panose="02020603050405020304" pitchFamily="18" charset="0"/>
            </a:endParaRPr>
          </a:p>
        </p:txBody>
      </p:sp>
      <p:pic>
        <p:nvPicPr>
          <p:cNvPr id="17" name="Picture 16" descr="Neural Networks and Cybersecurity: Building Intelligent and Secure Systems | by Alan Joseph Abraham | Medium">
            <a:extLst>
              <a:ext uri="{FF2B5EF4-FFF2-40B4-BE49-F238E27FC236}">
                <a16:creationId xmlns:a16="http://schemas.microsoft.com/office/drawing/2014/main" id="{81EE8B28-10FF-F533-FEF6-9F9E37D51EC9}"/>
              </a:ext>
            </a:extLst>
          </p:cNvPr>
          <p:cNvPicPr>
            <a:picLocks noChangeAspect="1"/>
          </p:cNvPicPr>
          <p:nvPr/>
        </p:nvPicPr>
        <p:blipFill>
          <a:blip r:embed="rId4"/>
          <a:stretch>
            <a:fillRect/>
          </a:stretch>
        </p:blipFill>
        <p:spPr>
          <a:xfrm>
            <a:off x="2819400" y="3582701"/>
            <a:ext cx="6705600" cy="3000290"/>
          </a:xfrm>
          <a:prstGeom prst="rect">
            <a:avLst/>
          </a:prstGeom>
        </p:spPr>
      </p:pic>
    </p:spTree>
    <p:extLst>
      <p:ext uri="{BB962C8B-B14F-4D97-AF65-F5344CB8AC3E}">
        <p14:creationId xmlns:p14="http://schemas.microsoft.com/office/powerpoint/2010/main" val="137851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0616" y="761801"/>
            <a:ext cx="4744026" cy="681340"/>
          </a:xfrm>
          <a:prstGeom prst="rect">
            <a:avLst/>
          </a:prstGeom>
        </p:spPr>
        <p:txBody>
          <a:bodyPr vert="horz" wrap="square" lIns="0" tIns="187071" rIns="0" bIns="0" rtlCol="0">
            <a:spAutoFit/>
          </a:bodyPr>
          <a:lstStyle/>
          <a:p>
            <a:pPr marL="48260">
              <a:lnSpc>
                <a:spcPct val="100000"/>
              </a:lnSpc>
              <a:spcBef>
                <a:spcPts val="105"/>
              </a:spcBef>
            </a:pPr>
            <a:r>
              <a:rPr lang="en-US" dirty="0"/>
              <a:t>LITERATURE REVIEW</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8</a:t>
            </a:fld>
            <a:endParaRPr spc="-25" dirty="0"/>
          </a:p>
        </p:txBody>
      </p:sp>
      <p:pic>
        <p:nvPicPr>
          <p:cNvPr id="16" name="Content Placeholder 15"/>
          <p:cNvPicPr>
            <a:picLocks noGrp="1" noChangeAspect="1"/>
          </p:cNvPicPr>
          <p:nvPr>
            <p:ph idx="1"/>
          </p:nvPr>
        </p:nvPicPr>
        <p:blipFill>
          <a:blip r:embed="rId4">
            <a:extLst>
              <a:ext uri="{28A0092B-C50C-407E-A947-70E740481C1C}">
                <a14:useLocalDpi xmlns:a14="http://schemas.microsoft.com/office/drawing/2010/main" val="0"/>
              </a:ext>
            </a:extLst>
          </a:blip>
          <a:srcRect t="3427" r="2345" b="18684"/>
          <a:stretch>
            <a:fillRect/>
          </a:stretch>
        </p:blipFill>
        <p:spPr>
          <a:xfrm>
            <a:off x="1447706" y="1599954"/>
            <a:ext cx="9207685" cy="4896000"/>
          </a:xfrm>
        </p:spPr>
      </p:pic>
      <p:sp>
        <p:nvSpPr>
          <p:cNvPr id="9" name="TextBox 8">
            <a:extLst>
              <a:ext uri="{FF2B5EF4-FFF2-40B4-BE49-F238E27FC236}">
                <a16:creationId xmlns:a16="http://schemas.microsoft.com/office/drawing/2014/main" id="{25B07EA7-4AA8-FF7A-D685-AF80A080E057}"/>
              </a:ext>
            </a:extLst>
          </p:cNvPr>
          <p:cNvSpPr txBox="1"/>
          <p:nvPr/>
        </p:nvSpPr>
        <p:spPr>
          <a:xfrm>
            <a:off x="1255649" y="1975504"/>
            <a:ext cx="9675494" cy="400110"/>
          </a:xfrm>
          <a:prstGeom prst="rect">
            <a:avLst/>
          </a:prstGeom>
          <a:noFill/>
        </p:spPr>
        <p:txBody>
          <a:bodyPr wrap="square" rtlCol="0">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55D9697-8C87-5FFA-0E30-D1F913F0AF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599954"/>
            <a:ext cx="11091671" cy="48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59BF-00FA-5D3E-E46E-1F46575B9474}"/>
              </a:ext>
            </a:extLst>
          </p:cNvPr>
          <p:cNvSpPr>
            <a:spLocks noGrp="1"/>
          </p:cNvSpPr>
          <p:nvPr>
            <p:ph type="title"/>
          </p:nvPr>
        </p:nvSpPr>
        <p:spPr>
          <a:xfrm>
            <a:off x="3886200" y="685800"/>
            <a:ext cx="2362200" cy="492443"/>
          </a:xfrm>
        </p:spPr>
        <p:txBody>
          <a:bodyPr/>
          <a:lstStyle/>
          <a:p>
            <a:r>
              <a:rPr lang="en-IN" dirty="0"/>
              <a:t>Technologies</a:t>
            </a:r>
          </a:p>
        </p:txBody>
      </p:sp>
      <p:sp>
        <p:nvSpPr>
          <p:cNvPr id="3" name="Text Placeholder 2">
            <a:extLst>
              <a:ext uri="{FF2B5EF4-FFF2-40B4-BE49-F238E27FC236}">
                <a16:creationId xmlns:a16="http://schemas.microsoft.com/office/drawing/2014/main" id="{E684B463-38AD-59A8-48DF-049677633F05}"/>
              </a:ext>
            </a:extLst>
          </p:cNvPr>
          <p:cNvSpPr>
            <a:spLocks noGrp="1"/>
          </p:cNvSpPr>
          <p:nvPr>
            <p:ph type="body" idx="1"/>
          </p:nvPr>
        </p:nvSpPr>
        <p:spPr>
          <a:xfrm>
            <a:off x="924217" y="1752600"/>
            <a:ext cx="9901535" cy="3200400"/>
          </a:xfrm>
        </p:spPr>
        <p:txBody>
          <a:bodyPr/>
          <a:lstStyle/>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0428B446-9F0F-40CA-D14E-33F219B020A9}"/>
              </a:ext>
            </a:extLst>
          </p:cNvPr>
          <p:cNvPicPr/>
          <p:nvPr/>
        </p:nvPicPr>
        <p:blipFill>
          <a:blip r:embed="rId2" cstate="print"/>
          <a:stretch>
            <a:fillRect/>
          </a:stretch>
        </p:blipFill>
        <p:spPr>
          <a:xfrm>
            <a:off x="356870" y="191135"/>
            <a:ext cx="1134694" cy="1342390"/>
          </a:xfrm>
          <a:prstGeom prst="rect">
            <a:avLst/>
          </a:prstGeom>
        </p:spPr>
      </p:pic>
      <p:pic>
        <p:nvPicPr>
          <p:cNvPr id="5" name="object 4">
            <a:extLst>
              <a:ext uri="{FF2B5EF4-FFF2-40B4-BE49-F238E27FC236}">
                <a16:creationId xmlns:a16="http://schemas.microsoft.com/office/drawing/2014/main" id="{B988B780-CED4-5747-8966-37FB8FE149B3}"/>
              </a:ext>
            </a:extLst>
          </p:cNvPr>
          <p:cNvPicPr/>
          <p:nvPr/>
        </p:nvPicPr>
        <p:blipFill>
          <a:blip r:embed="rId3" cstate="print"/>
          <a:stretch>
            <a:fillRect/>
          </a:stretch>
        </p:blipFill>
        <p:spPr>
          <a:xfrm>
            <a:off x="10513694" y="191135"/>
            <a:ext cx="1519554" cy="1342390"/>
          </a:xfrm>
          <a:prstGeom prst="rect">
            <a:avLst/>
          </a:prstGeom>
        </p:spPr>
      </p:pic>
      <p:sp>
        <p:nvSpPr>
          <p:cNvPr id="8" name="TextBox 7">
            <a:extLst>
              <a:ext uri="{FF2B5EF4-FFF2-40B4-BE49-F238E27FC236}">
                <a16:creationId xmlns:a16="http://schemas.microsoft.com/office/drawing/2014/main" id="{236507FF-5084-7EE3-2FC0-C46E8C5B96D5}"/>
              </a:ext>
            </a:extLst>
          </p:cNvPr>
          <p:cNvSpPr txBox="1"/>
          <p:nvPr/>
        </p:nvSpPr>
        <p:spPr>
          <a:xfrm>
            <a:off x="685800" y="1752600"/>
            <a:ext cx="10139952" cy="4247317"/>
          </a:xfrm>
          <a:prstGeom prst="rect">
            <a:avLst/>
          </a:prstGeom>
          <a:noFill/>
        </p:spPr>
        <p:txBody>
          <a:bodyPr wrap="square">
            <a:spAutoFit/>
          </a:bodyPr>
          <a:lstStyle/>
          <a:p>
            <a:pPr>
              <a:buNone/>
            </a:pPr>
            <a:r>
              <a:rPr lang="en-IN" b="1" dirty="0"/>
              <a:t>Frontend</a:t>
            </a:r>
          </a:p>
          <a:p>
            <a:pPr marL="342900" lvl="0" indent="-342900">
              <a:buFont typeface="Arial" panose="020B0604020202020204" pitchFamily="34" charset="0"/>
              <a:buChar char="•"/>
            </a:pPr>
            <a:r>
              <a:rPr lang="en-IN" b="1" dirty="0"/>
              <a:t>React.js</a:t>
            </a:r>
            <a:r>
              <a:rPr lang="en-IN" dirty="0"/>
              <a:t> – User interface</a:t>
            </a:r>
          </a:p>
          <a:p>
            <a:pPr marL="342900" lvl="0" indent="-342900">
              <a:buFont typeface="Arial" panose="020B0604020202020204" pitchFamily="34" charset="0"/>
              <a:buChar char="•"/>
            </a:pPr>
            <a:r>
              <a:rPr lang="en-IN" b="1" dirty="0"/>
              <a:t>HTML, CSS, Tailwind CSS</a:t>
            </a:r>
            <a:r>
              <a:rPr lang="en-IN" dirty="0"/>
              <a:t> – Design and styling</a:t>
            </a:r>
          </a:p>
          <a:p>
            <a:pPr marL="342900" lvl="0" indent="-342900">
              <a:buFont typeface="Arial" panose="020B0604020202020204" pitchFamily="34" charset="0"/>
              <a:buChar char="•"/>
            </a:pPr>
            <a:r>
              <a:rPr lang="en-IN" b="1" dirty="0"/>
              <a:t>Chart.js</a:t>
            </a:r>
            <a:r>
              <a:rPr lang="en-IN" dirty="0"/>
              <a:t> – Security charts and visualization</a:t>
            </a:r>
          </a:p>
          <a:p>
            <a:pPr>
              <a:buNone/>
            </a:pPr>
            <a:r>
              <a:rPr lang="en-IN" b="1" dirty="0"/>
              <a:t>Backend</a:t>
            </a:r>
          </a:p>
          <a:p>
            <a:pPr marL="342900" lvl="0" indent="-342900">
              <a:buFont typeface="Arial" panose="020B0604020202020204" pitchFamily="34" charset="0"/>
              <a:buChar char="•"/>
            </a:pPr>
            <a:r>
              <a:rPr lang="en-IN" b="1" dirty="0"/>
              <a:t>Python</a:t>
            </a:r>
            <a:r>
              <a:rPr lang="en-IN" dirty="0"/>
              <a:t> – Core backend and AI processing</a:t>
            </a:r>
          </a:p>
          <a:p>
            <a:pPr marL="342900" lvl="0" indent="-342900">
              <a:buFont typeface="Arial" panose="020B0604020202020204" pitchFamily="34" charset="0"/>
              <a:buChar char="•"/>
            </a:pPr>
            <a:r>
              <a:rPr lang="en-IN" b="1" dirty="0"/>
              <a:t>FastAPI</a:t>
            </a:r>
            <a:r>
              <a:rPr lang="en-IN" dirty="0"/>
              <a:t> – REST API development</a:t>
            </a:r>
          </a:p>
          <a:p>
            <a:pPr marL="342900" lvl="0" indent="-342900">
              <a:buFont typeface="Arial" panose="020B0604020202020204" pitchFamily="34" charset="0"/>
              <a:buChar char="•"/>
            </a:pPr>
            <a:r>
              <a:rPr lang="en-IN" b="1" dirty="0"/>
              <a:t>Scikit-learn</a:t>
            </a:r>
            <a:r>
              <a:rPr lang="en-IN" dirty="0"/>
              <a:t> – Machine Learning</a:t>
            </a:r>
          </a:p>
          <a:p>
            <a:pPr marL="342900" lvl="0" indent="-342900">
              <a:buFont typeface="Arial" panose="020B0604020202020204" pitchFamily="34" charset="0"/>
              <a:buChar char="•"/>
            </a:pPr>
            <a:r>
              <a:rPr lang="en-IN" b="1" dirty="0"/>
              <a:t>MySQL</a:t>
            </a:r>
            <a:r>
              <a:rPr lang="en-IN" dirty="0"/>
              <a:t> – Database</a:t>
            </a:r>
          </a:p>
          <a:p>
            <a:pPr>
              <a:buNone/>
            </a:pPr>
            <a:r>
              <a:rPr lang="en-IN" b="1" dirty="0"/>
              <a:t>Tools</a:t>
            </a:r>
          </a:p>
          <a:p>
            <a:pPr marL="342900" lvl="0" indent="-342900">
              <a:buFont typeface="Arial" panose="020B0604020202020204" pitchFamily="34" charset="0"/>
              <a:buChar char="•"/>
            </a:pPr>
            <a:r>
              <a:rPr lang="en-IN" b="1" dirty="0"/>
              <a:t>VS Code</a:t>
            </a:r>
            <a:r>
              <a:rPr lang="en-IN" dirty="0"/>
              <a:t> – Development</a:t>
            </a:r>
          </a:p>
          <a:p>
            <a:pPr marL="342900" lvl="0" indent="-342900">
              <a:buFont typeface="Arial" panose="020B0604020202020204" pitchFamily="34" charset="0"/>
              <a:buChar char="•"/>
            </a:pPr>
            <a:r>
              <a:rPr lang="en-IN" b="1" dirty="0"/>
              <a:t>Git &amp; GitHub</a:t>
            </a:r>
            <a:r>
              <a:rPr lang="en-IN" dirty="0"/>
              <a:t> – Version control</a:t>
            </a:r>
          </a:p>
          <a:p>
            <a:pPr marL="342900" lvl="0" indent="-342900">
              <a:buFont typeface="Arial" panose="020B0604020202020204" pitchFamily="34" charset="0"/>
              <a:buChar char="•"/>
            </a:pPr>
            <a:r>
              <a:rPr lang="en-IN" b="1" dirty="0"/>
              <a:t>Postman</a:t>
            </a:r>
            <a:r>
              <a:rPr lang="en-IN" dirty="0"/>
              <a:t> – API testing</a:t>
            </a:r>
          </a:p>
          <a:p>
            <a:pPr marL="342900" lvl="0" indent="-342900">
              <a:buFont typeface="Arial" panose="020B0604020202020204" pitchFamily="34" charset="0"/>
              <a:buChar char="•"/>
            </a:pPr>
            <a:r>
              <a:rPr lang="en-IN" b="1" dirty="0"/>
              <a:t>MITRE ATT&amp;CK</a:t>
            </a:r>
            <a:r>
              <a:rPr lang="en-IN" dirty="0"/>
              <a:t> – Threat mapping</a:t>
            </a:r>
          </a:p>
          <a:p>
            <a:pPr marL="342900" lvl="0" indent="-342900">
              <a:buFont typeface="Arial" panose="020B0604020202020204" pitchFamily="34" charset="0"/>
              <a:buChar char="•"/>
            </a:pPr>
            <a:r>
              <a:rPr lang="en-IN" b="1" dirty="0"/>
              <a:t>Jupyter Notebook</a:t>
            </a:r>
            <a:r>
              <a:rPr lang="en-IN" dirty="0"/>
              <a:t> – ML model development</a:t>
            </a:r>
          </a:p>
        </p:txBody>
      </p:sp>
      <p:pic>
        <p:nvPicPr>
          <p:cNvPr id="9" name="Picture 8" descr="1,696,500+ Technology Tools Stock Photos, Pictures &amp; Royalty-Free Images -  iStock">
            <a:extLst>
              <a:ext uri="{FF2B5EF4-FFF2-40B4-BE49-F238E27FC236}">
                <a16:creationId xmlns:a16="http://schemas.microsoft.com/office/drawing/2014/main" id="{92DE7E39-F3BA-2E16-FB0A-9C46C9410364}"/>
              </a:ext>
            </a:extLst>
          </p:cNvPr>
          <p:cNvPicPr>
            <a:picLocks noChangeAspect="1"/>
          </p:cNvPicPr>
          <p:nvPr/>
        </p:nvPicPr>
        <p:blipFill>
          <a:blip r:embed="rId4"/>
          <a:stretch>
            <a:fillRect/>
          </a:stretch>
        </p:blipFill>
        <p:spPr>
          <a:xfrm>
            <a:off x="7086600" y="4550811"/>
            <a:ext cx="2362200" cy="1679067"/>
          </a:xfrm>
          <a:prstGeom prst="rect">
            <a:avLst/>
          </a:prstGeom>
        </p:spPr>
      </p:pic>
      <p:pic>
        <p:nvPicPr>
          <p:cNvPr id="11" name="Picture 10">
            <a:extLst>
              <a:ext uri="{FF2B5EF4-FFF2-40B4-BE49-F238E27FC236}">
                <a16:creationId xmlns:a16="http://schemas.microsoft.com/office/drawing/2014/main" id="{7E376102-D9FC-3541-FF20-08CBC13639A0}"/>
              </a:ext>
            </a:extLst>
          </p:cNvPr>
          <p:cNvPicPr>
            <a:picLocks noChangeAspect="1"/>
          </p:cNvPicPr>
          <p:nvPr/>
        </p:nvPicPr>
        <p:blipFill>
          <a:blip r:embed="rId5"/>
          <a:srcRect r="56250"/>
          <a:stretch>
            <a:fillRect/>
          </a:stretch>
        </p:blipFill>
        <p:spPr>
          <a:xfrm>
            <a:off x="6248401" y="1501351"/>
            <a:ext cx="2133600" cy="2080050"/>
          </a:xfrm>
          <a:prstGeom prst="rect">
            <a:avLst/>
          </a:prstGeom>
        </p:spPr>
      </p:pic>
      <p:pic>
        <p:nvPicPr>
          <p:cNvPr id="13" name="Picture 12">
            <a:extLst>
              <a:ext uri="{FF2B5EF4-FFF2-40B4-BE49-F238E27FC236}">
                <a16:creationId xmlns:a16="http://schemas.microsoft.com/office/drawing/2014/main" id="{91CF3AE5-AB9A-903B-01D6-FF37AE78F86E}"/>
              </a:ext>
            </a:extLst>
          </p:cNvPr>
          <p:cNvPicPr>
            <a:picLocks noChangeAspect="1"/>
          </p:cNvPicPr>
          <p:nvPr/>
        </p:nvPicPr>
        <p:blipFill>
          <a:blip r:embed="rId5"/>
          <a:srcRect l="59311"/>
          <a:stretch>
            <a:fillRect/>
          </a:stretch>
        </p:blipFill>
        <p:spPr>
          <a:xfrm>
            <a:off x="8690365" y="2311241"/>
            <a:ext cx="2238175" cy="2083118"/>
          </a:xfrm>
          <a:prstGeom prst="rect">
            <a:avLst/>
          </a:prstGeom>
        </p:spPr>
      </p:pic>
    </p:spTree>
    <p:extLst>
      <p:ext uri="{BB962C8B-B14F-4D97-AF65-F5344CB8AC3E}">
        <p14:creationId xmlns:p14="http://schemas.microsoft.com/office/powerpoint/2010/main" val="3741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990600"/>
            <a:ext cx="8915400" cy="1325563"/>
          </a:xfrm>
        </p:spPr>
        <p:txBody>
          <a:bodyPr>
            <a:normAutofit/>
          </a:bodyPr>
          <a:lstStyle/>
          <a:p>
            <a:r>
              <a:rPr lang="en-IN" dirty="0"/>
              <a:t>Module 1: Log Collection &amp; Preprocessing Module</a:t>
            </a:r>
            <a:endParaRPr lang="en-IN" dirty="0">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62088C7B-CAEB-97CA-B317-D13F79289D1F}"/>
              </a:ext>
            </a:extLst>
          </p:cNvPr>
          <p:cNvPicPr/>
          <p:nvPr/>
        </p:nvPicPr>
        <p:blipFill>
          <a:blip r:embed="rId2" cstate="print"/>
          <a:stretch>
            <a:fillRect/>
          </a:stretch>
        </p:blipFill>
        <p:spPr>
          <a:xfrm>
            <a:off x="356870" y="191135"/>
            <a:ext cx="938530" cy="1104265"/>
          </a:xfrm>
          <a:prstGeom prst="rect">
            <a:avLst/>
          </a:prstGeom>
        </p:spPr>
      </p:pic>
      <p:pic>
        <p:nvPicPr>
          <p:cNvPr id="7" name="object 4">
            <a:extLst>
              <a:ext uri="{FF2B5EF4-FFF2-40B4-BE49-F238E27FC236}">
                <a16:creationId xmlns:a16="http://schemas.microsoft.com/office/drawing/2014/main" id="{DD40B100-D3B7-718B-29E1-C61C4B3B6820}"/>
              </a:ext>
            </a:extLst>
          </p:cNvPr>
          <p:cNvPicPr/>
          <p:nvPr/>
        </p:nvPicPr>
        <p:blipFill>
          <a:blip r:embed="rId3" cstate="print"/>
          <a:stretch>
            <a:fillRect/>
          </a:stretch>
        </p:blipFill>
        <p:spPr>
          <a:xfrm>
            <a:off x="10820400" y="191135"/>
            <a:ext cx="1212848" cy="1180465"/>
          </a:xfrm>
          <a:prstGeom prst="rect">
            <a:avLst/>
          </a:prstGeom>
        </p:spPr>
      </p:pic>
      <p:sp>
        <p:nvSpPr>
          <p:cNvPr id="6" name="Rectangle 2">
            <a:extLst>
              <a:ext uri="{FF2B5EF4-FFF2-40B4-BE49-F238E27FC236}">
                <a16:creationId xmlns:a16="http://schemas.microsoft.com/office/drawing/2014/main" id="{9B00F07D-3C1B-E326-5E1A-56ED2F93BE00}"/>
              </a:ext>
            </a:extLst>
          </p:cNvPr>
          <p:cNvSpPr>
            <a:spLocks noGrp="1" noChangeArrowheads="1"/>
          </p:cNvSpPr>
          <p:nvPr>
            <p:ph idx="1"/>
          </p:nvPr>
        </p:nvSpPr>
        <p:spPr bwMode="auto">
          <a:xfrm>
            <a:off x="152400" y="3820389"/>
            <a:ext cx="830579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rtl="0" eaLnBrk="0" fontAlgn="base" hangingPunct="0">
              <a:spcBef>
                <a:spcPct val="0"/>
              </a:spcBef>
              <a:spcAft>
                <a:spcPct val="0"/>
              </a:spcAft>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77536F8-D5A6-B4E7-FA29-BAAF9FBE1499}"/>
              </a:ext>
            </a:extLst>
          </p:cNvPr>
          <p:cNvSpPr txBox="1"/>
          <p:nvPr/>
        </p:nvSpPr>
        <p:spPr>
          <a:xfrm>
            <a:off x="826135" y="1828800"/>
            <a:ext cx="10286999" cy="4247317"/>
          </a:xfrm>
          <a:prstGeom prst="rect">
            <a:avLst/>
          </a:prstGeom>
          <a:noFill/>
        </p:spPr>
        <p:txBody>
          <a:bodyPr wrap="square" rtlCol="0">
            <a:spAutoFit/>
          </a:bodyPr>
          <a:lstStyle/>
          <a:p>
            <a:pPr marL="285750" lvl="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Collects security logs from servers, network devices, firewalls, IDS/IPS, and applications. </a:t>
            </a:r>
          </a:p>
          <a:p>
            <a:pPr marL="285750" lvl="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Allows administrators to upload log files or receive logs through an API. </a:t>
            </a:r>
          </a:p>
          <a:p>
            <a:pPr marL="285750" lvl="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Removes duplicate, incomplete, and irrelevant log entries. </a:t>
            </a:r>
          </a:p>
          <a:p>
            <a:pPr marL="285750" lvl="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Extracts important features such as IP address, timestamp, user, event type, status, and request information. </a:t>
            </a:r>
          </a:p>
          <a:p>
            <a:pPr marL="285750" lvl="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Converts raw logs into a structured format suitable for AI/ML analysis.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3584" y="754841"/>
            <a:ext cx="8064831" cy="1325563"/>
          </a:xfrm>
        </p:spPr>
        <p:txBody>
          <a:bodyPr>
            <a:normAutofit/>
          </a:bodyPr>
          <a:lstStyle/>
          <a:p>
            <a:r>
              <a:rPr lang="en-US" b="1" dirty="0">
                <a:latin typeface="Times New Roman" panose="02020603050405020304" pitchFamily="18" charset="0"/>
                <a:cs typeface="Times New Roman" panose="02020603050405020304" pitchFamily="18" charset="0"/>
              </a:rPr>
              <a:t>Module 2:</a:t>
            </a:r>
            <a:r>
              <a:rPr lang="en-IN" dirty="0"/>
              <a:t>AI-Based Threat Detection Module</a:t>
            </a:r>
            <a:endParaRPr lang="en-IN" dirty="0">
              <a:latin typeface="Times New Roman" panose="02020603050405020304" pitchFamily="18" charset="0"/>
              <a:cs typeface="Times New Roman" panose="02020603050405020304" pitchFamily="18" charset="0"/>
            </a:endParaRPr>
          </a:p>
        </p:txBody>
      </p:sp>
      <p:pic>
        <p:nvPicPr>
          <p:cNvPr id="3" name="object 4">
            <a:extLst>
              <a:ext uri="{FF2B5EF4-FFF2-40B4-BE49-F238E27FC236}">
                <a16:creationId xmlns:a16="http://schemas.microsoft.com/office/drawing/2014/main" id="{F64864FD-F7D5-3CA2-F1EB-C81F6CA8FB4A}"/>
              </a:ext>
            </a:extLst>
          </p:cNvPr>
          <p:cNvPicPr/>
          <p:nvPr/>
        </p:nvPicPr>
        <p:blipFill>
          <a:blip r:embed="rId2" cstate="print"/>
          <a:stretch>
            <a:fillRect/>
          </a:stretch>
        </p:blipFill>
        <p:spPr>
          <a:xfrm>
            <a:off x="10513694" y="191135"/>
            <a:ext cx="1519554" cy="1342390"/>
          </a:xfrm>
          <a:prstGeom prst="rect">
            <a:avLst/>
          </a:prstGeom>
        </p:spPr>
      </p:pic>
      <p:pic>
        <p:nvPicPr>
          <p:cNvPr id="7" name="object 3">
            <a:extLst>
              <a:ext uri="{FF2B5EF4-FFF2-40B4-BE49-F238E27FC236}">
                <a16:creationId xmlns:a16="http://schemas.microsoft.com/office/drawing/2014/main" id="{E0ECDDDE-4780-4F79-9174-8809228540CE}"/>
              </a:ext>
            </a:extLst>
          </p:cNvPr>
          <p:cNvPicPr/>
          <p:nvPr/>
        </p:nvPicPr>
        <p:blipFill>
          <a:blip r:embed="rId3" cstate="print"/>
          <a:stretch>
            <a:fillRect/>
          </a:stretch>
        </p:blipFill>
        <p:spPr>
          <a:xfrm>
            <a:off x="356870" y="191135"/>
            <a:ext cx="1134694" cy="1342390"/>
          </a:xfrm>
          <a:prstGeom prst="rect">
            <a:avLst/>
          </a:prstGeom>
        </p:spPr>
      </p:pic>
      <p:sp>
        <p:nvSpPr>
          <p:cNvPr id="4" name="Rectangle 1">
            <a:extLst>
              <a:ext uri="{FF2B5EF4-FFF2-40B4-BE49-F238E27FC236}">
                <a16:creationId xmlns:a16="http://schemas.microsoft.com/office/drawing/2014/main" id="{545F4DFA-BC67-E3E9-8581-F2DF5FBDE22B}"/>
              </a:ext>
            </a:extLst>
          </p:cNvPr>
          <p:cNvSpPr>
            <a:spLocks noGrp="1" noChangeArrowheads="1"/>
          </p:cNvSpPr>
          <p:nvPr>
            <p:ph idx="1"/>
          </p:nvPr>
        </p:nvSpPr>
        <p:spPr bwMode="auto">
          <a:xfrm>
            <a:off x="902446" y="1825065"/>
            <a:ext cx="102108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Uses Machine Learning algorithms to identify suspicious and abnormal activities.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Detects potential threats such as Brute Force, Malware, DoS, and SQL Injection.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Uses anomaly detection to identify unusual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that may not match known attack patterns.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Classifies detected activities into appropriate threat categories.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Assigns a confidence score and severity level such as Low, Medium, High, or Critical</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990600"/>
            <a:ext cx="10862187" cy="1325563"/>
          </a:xfrm>
        </p:spPr>
        <p:txBody>
          <a:bodyPr>
            <a:normAutofit/>
          </a:bodyPr>
          <a:lstStyle/>
          <a:p>
            <a:r>
              <a:rPr lang="en-IN" sz="3200" b="1" dirty="0">
                <a:latin typeface="Times New Roman" panose="02020603050405020304" pitchFamily="18" charset="0"/>
                <a:cs typeface="Times New Roman" panose="02020603050405020304" pitchFamily="18" charset="0"/>
              </a:rPr>
              <a:t>Module 3</a:t>
            </a:r>
            <a:r>
              <a:rPr lang="en-IN" sz="3200" dirty="0">
                <a:latin typeface="Times New Roman" panose="02020603050405020304" pitchFamily="18" charset="0"/>
                <a:cs typeface="Times New Roman" panose="02020603050405020304" pitchFamily="18" charset="0"/>
              </a:rPr>
              <a:t>:</a:t>
            </a:r>
            <a:r>
              <a:rPr lang="en-IN" dirty="0"/>
              <a:t>MITRE ATT&amp;CK &amp; Response Module</a:t>
            </a:r>
            <a:endParaRPr lang="en-IN" sz="3200" dirty="0">
              <a:latin typeface="Times New Roman" panose="02020603050405020304" pitchFamily="18" charset="0"/>
              <a:cs typeface="Times New Roman" panose="02020603050405020304" pitchFamily="18" charset="0"/>
            </a:endParaRPr>
          </a:p>
        </p:txBody>
      </p:sp>
      <p:pic>
        <p:nvPicPr>
          <p:cNvPr id="10" name="object 3">
            <a:extLst>
              <a:ext uri="{FF2B5EF4-FFF2-40B4-BE49-F238E27FC236}">
                <a16:creationId xmlns:a16="http://schemas.microsoft.com/office/drawing/2014/main" id="{45BA46D5-5165-2148-A254-0673F9F4367C}"/>
              </a:ext>
            </a:extLst>
          </p:cNvPr>
          <p:cNvPicPr/>
          <p:nvPr/>
        </p:nvPicPr>
        <p:blipFill>
          <a:blip r:embed="rId2" cstate="print"/>
          <a:stretch>
            <a:fillRect/>
          </a:stretch>
        </p:blipFill>
        <p:spPr>
          <a:xfrm>
            <a:off x="356870" y="191135"/>
            <a:ext cx="1134694" cy="1342390"/>
          </a:xfrm>
          <a:prstGeom prst="rect">
            <a:avLst/>
          </a:prstGeom>
        </p:spPr>
      </p:pic>
      <p:pic>
        <p:nvPicPr>
          <p:cNvPr id="11" name="object 4">
            <a:extLst>
              <a:ext uri="{FF2B5EF4-FFF2-40B4-BE49-F238E27FC236}">
                <a16:creationId xmlns:a16="http://schemas.microsoft.com/office/drawing/2014/main" id="{350E0C2B-AE87-9B5D-80F8-215C95828279}"/>
              </a:ext>
            </a:extLst>
          </p:cNvPr>
          <p:cNvPicPr/>
          <p:nvPr/>
        </p:nvPicPr>
        <p:blipFill>
          <a:blip r:embed="rId3" cstate="print"/>
          <a:stretch>
            <a:fillRect/>
          </a:stretch>
        </p:blipFill>
        <p:spPr>
          <a:xfrm>
            <a:off x="10513694" y="191135"/>
            <a:ext cx="1519554" cy="1342390"/>
          </a:xfrm>
          <a:prstGeom prst="rect">
            <a:avLst/>
          </a:prstGeom>
        </p:spPr>
      </p:pic>
      <p:sp>
        <p:nvSpPr>
          <p:cNvPr id="3" name="Rectangle 1">
            <a:extLst>
              <a:ext uri="{FF2B5EF4-FFF2-40B4-BE49-F238E27FC236}">
                <a16:creationId xmlns:a16="http://schemas.microsoft.com/office/drawing/2014/main" id="{FC28623D-74F6-05C0-2EDA-C7BC48C6C025}"/>
              </a:ext>
            </a:extLst>
          </p:cNvPr>
          <p:cNvSpPr>
            <a:spLocks noGrp="1" noChangeArrowheads="1"/>
          </p:cNvSpPr>
          <p:nvPr>
            <p:ph idx="1"/>
          </p:nvPr>
        </p:nvSpPr>
        <p:spPr bwMode="auto">
          <a:xfrm>
            <a:off x="762000" y="2319754"/>
            <a:ext cx="1086218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Maps detected threats to the corresponding MITRE ATT&amp;CK tactics and techniques. </a:t>
            </a:r>
          </a:p>
          <a:p>
            <a:pPr marL="342900" lvl="0" indent="-3429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Provides information about the detected attack and its potential impact. </a:t>
            </a:r>
          </a:p>
          <a:p>
            <a:pPr marL="342900" lvl="0" indent="-3429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Generates recommended security actions for administrators. </a:t>
            </a:r>
          </a:p>
          <a:p>
            <a:pPr marL="342900" lvl="0" indent="-3429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Produces alerts when high-risk or critical threats are detected. </a:t>
            </a:r>
          </a:p>
          <a:p>
            <a:pPr marL="342900" lvl="0" indent="-3429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Helps administrators understand the attack and take appropriate defensive measures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2F59-D582-FCBE-0728-C634A08DF198}"/>
              </a:ext>
            </a:extLst>
          </p:cNvPr>
          <p:cNvSpPr>
            <a:spLocks noGrp="1"/>
          </p:cNvSpPr>
          <p:nvPr>
            <p:ph type="title"/>
          </p:nvPr>
        </p:nvSpPr>
        <p:spPr>
          <a:xfrm>
            <a:off x="1561791" y="577786"/>
            <a:ext cx="8763000" cy="984885"/>
          </a:xfrm>
        </p:spPr>
        <p:txBody>
          <a:bodyPr/>
          <a:lstStyle/>
          <a:p>
            <a:r>
              <a:rPr lang="en-US" dirty="0"/>
              <a:t>Module 4:</a:t>
            </a:r>
            <a:r>
              <a:rPr lang="en-IN" dirty="0"/>
              <a:t>Security Dashboard &amp; Reporting Module</a:t>
            </a:r>
          </a:p>
        </p:txBody>
      </p:sp>
      <p:sp>
        <p:nvSpPr>
          <p:cNvPr id="3" name="Text Placeholder 2">
            <a:extLst>
              <a:ext uri="{FF2B5EF4-FFF2-40B4-BE49-F238E27FC236}">
                <a16:creationId xmlns:a16="http://schemas.microsoft.com/office/drawing/2014/main" id="{789706FB-F40D-AEA7-0F23-5E42FDEF9815}"/>
              </a:ext>
            </a:extLst>
          </p:cNvPr>
          <p:cNvSpPr>
            <a:spLocks noGrp="1"/>
          </p:cNvSpPr>
          <p:nvPr>
            <p:ph type="body" idx="1"/>
          </p:nvPr>
        </p:nvSpPr>
        <p:spPr>
          <a:xfrm>
            <a:off x="762000" y="1981200"/>
            <a:ext cx="10972800" cy="4154984"/>
          </a:xfrm>
        </p:spPr>
        <p:txBody>
          <a:bodyPr/>
          <a:lstStyle/>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Provides an interactive dashboard for monitoring the overall security status.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Displays total logs, detected threats, critical alerts, threat categories, and trends.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Shows detailed information about individual threats and their MITRE ATT&amp;CK mappings.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Provides filtering and searching of security events. </a:t>
            </a:r>
          </a:p>
          <a:p>
            <a:pPr marL="457200" lvl="0" indent="-45720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Generates security reports that can be used for analysis and documentation.</a:t>
            </a:r>
          </a:p>
          <a:p>
            <a:endParaRPr lang="en-IN" dirty="0"/>
          </a:p>
        </p:txBody>
      </p:sp>
      <p:pic>
        <p:nvPicPr>
          <p:cNvPr id="5" name="object 3">
            <a:extLst>
              <a:ext uri="{FF2B5EF4-FFF2-40B4-BE49-F238E27FC236}">
                <a16:creationId xmlns:a16="http://schemas.microsoft.com/office/drawing/2014/main" id="{421F7284-6AFC-6AEE-8291-2DEC60339557}"/>
              </a:ext>
            </a:extLst>
          </p:cNvPr>
          <p:cNvPicPr/>
          <p:nvPr/>
        </p:nvPicPr>
        <p:blipFill>
          <a:blip r:embed="rId2" cstate="print"/>
          <a:stretch>
            <a:fillRect/>
          </a:stretch>
        </p:blipFill>
        <p:spPr>
          <a:xfrm>
            <a:off x="194653" y="220281"/>
            <a:ext cx="1134694" cy="1342390"/>
          </a:xfrm>
          <a:prstGeom prst="rect">
            <a:avLst/>
          </a:prstGeom>
        </p:spPr>
      </p:pic>
      <p:pic>
        <p:nvPicPr>
          <p:cNvPr id="7" name="object 4">
            <a:extLst>
              <a:ext uri="{FF2B5EF4-FFF2-40B4-BE49-F238E27FC236}">
                <a16:creationId xmlns:a16="http://schemas.microsoft.com/office/drawing/2014/main" id="{40E95F05-D000-0E21-D9A3-0402F77D91E2}"/>
              </a:ext>
            </a:extLst>
          </p:cNvPr>
          <p:cNvPicPr/>
          <p:nvPr/>
        </p:nvPicPr>
        <p:blipFill>
          <a:blip r:embed="rId3" cstate="print"/>
          <a:stretch>
            <a:fillRect/>
          </a:stretch>
        </p:blipFill>
        <p:spPr>
          <a:xfrm>
            <a:off x="10513694" y="191135"/>
            <a:ext cx="1519554" cy="1342390"/>
          </a:xfrm>
          <a:prstGeom prst="rect">
            <a:avLst/>
          </a:prstGeom>
        </p:spPr>
      </p:pic>
    </p:spTree>
    <p:extLst>
      <p:ext uri="{BB962C8B-B14F-4D97-AF65-F5344CB8AC3E}">
        <p14:creationId xmlns:p14="http://schemas.microsoft.com/office/powerpoint/2010/main" val="3598070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2162" y="830375"/>
            <a:ext cx="3900933" cy="567463"/>
          </a:xfrm>
          <a:prstGeom prst="rect">
            <a:avLst/>
          </a:prstGeom>
        </p:spPr>
        <p:txBody>
          <a:bodyPr vert="horz" wrap="square" lIns="0" tIns="74295" rIns="0" bIns="0" rtlCol="0">
            <a:spAutoFit/>
          </a:bodyPr>
          <a:lstStyle/>
          <a:p>
            <a:pPr marL="287655">
              <a:lnSpc>
                <a:spcPct val="100000"/>
              </a:lnSpc>
              <a:spcBef>
                <a:spcPts val="105"/>
              </a:spcBef>
            </a:pPr>
            <a:r>
              <a:rPr lang="en-US" dirty="0"/>
              <a:t>METHODOLOGY</a:t>
            </a:r>
            <a:endParaRPr spc="-10" dirty="0"/>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14</a:t>
            </a:fld>
            <a:endParaRPr spc="-50" dirty="0"/>
          </a:p>
        </p:txBody>
      </p:sp>
      <p:pic>
        <p:nvPicPr>
          <p:cNvPr id="7" name="Content Placeholder 4">
            <a:extLst>
              <a:ext uri="{FF2B5EF4-FFF2-40B4-BE49-F238E27FC236}">
                <a16:creationId xmlns:a16="http://schemas.microsoft.com/office/drawing/2014/main" id="{EC9D3438-7441-07B5-838C-7FE2D97A483C}"/>
              </a:ext>
            </a:extLst>
          </p:cNvPr>
          <p:cNvPicPr>
            <a:picLocks noChangeAspect="1"/>
          </p:cNvPicPr>
          <p:nvPr/>
        </p:nvPicPr>
        <p:blipFill>
          <a:blip r:embed="rId4"/>
          <a:stretch>
            <a:fillRect/>
          </a:stretch>
        </p:blipFill>
        <p:spPr>
          <a:xfrm>
            <a:off x="250371" y="174171"/>
            <a:ext cx="11843658" cy="648788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52162" y="578598"/>
            <a:ext cx="3900933" cy="567463"/>
          </a:xfrm>
          <a:prstGeom prst="rect">
            <a:avLst/>
          </a:prstGeom>
        </p:spPr>
        <p:txBody>
          <a:bodyPr vert="horz" wrap="square" lIns="0" tIns="74295" rIns="0" bIns="0" rtlCol="0">
            <a:spAutoFit/>
          </a:bodyPr>
          <a:lstStyle/>
          <a:p>
            <a:pPr marL="287655">
              <a:lnSpc>
                <a:spcPct val="100000"/>
              </a:lnSpc>
              <a:spcBef>
                <a:spcPts val="105"/>
              </a:spcBef>
            </a:pPr>
            <a:r>
              <a:rPr lang="en-US" spc="-10" dirty="0"/>
              <a:t>Usecase Diagram</a:t>
            </a:r>
            <a:endParaRPr spc="-10" dirty="0"/>
          </a:p>
        </p:txBody>
      </p:sp>
      <p:pic>
        <p:nvPicPr>
          <p:cNvPr id="3" name="object 3"/>
          <p:cNvPicPr/>
          <p:nvPr/>
        </p:nvPicPr>
        <p:blipFill>
          <a:blip r:embed="rId2" cstate="print"/>
          <a:stretch>
            <a:fillRect/>
          </a:stretch>
        </p:blipFill>
        <p:spPr>
          <a:xfrm>
            <a:off x="356870" y="191135"/>
            <a:ext cx="1014730" cy="1180465"/>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15</a:t>
            </a:fld>
            <a:endParaRPr spc="-50" dirty="0"/>
          </a:p>
        </p:txBody>
      </p:sp>
      <p:pic>
        <p:nvPicPr>
          <p:cNvPr id="8" name="Picture 7">
            <a:extLst>
              <a:ext uri="{FF2B5EF4-FFF2-40B4-BE49-F238E27FC236}">
                <a16:creationId xmlns:a16="http://schemas.microsoft.com/office/drawing/2014/main" id="{849BBA28-A3B1-1CB6-CE60-639259EE26E3}"/>
              </a:ext>
            </a:extLst>
          </p:cNvPr>
          <p:cNvPicPr>
            <a:picLocks noChangeAspect="1"/>
          </p:cNvPicPr>
          <p:nvPr/>
        </p:nvPicPr>
        <p:blipFill>
          <a:blip r:embed="rId4">
            <a:extLst>
              <a:ext uri="{28A0092B-C50C-407E-A947-70E740481C1C}">
                <a14:useLocalDpi xmlns:a14="http://schemas.microsoft.com/office/drawing/2010/main" val="0"/>
              </a:ext>
            </a:extLst>
          </a:blip>
          <a:srcRect l="2593" t="10000" r="2593"/>
          <a:stretch>
            <a:fillRect/>
          </a:stretch>
        </p:blipFill>
        <p:spPr>
          <a:xfrm>
            <a:off x="1219200" y="1295400"/>
            <a:ext cx="9753600" cy="5562599"/>
          </a:xfrm>
          <a:prstGeom prst="rect">
            <a:avLst/>
          </a:prstGeom>
        </p:spPr>
      </p:pic>
    </p:spTree>
    <p:extLst>
      <p:ext uri="{BB962C8B-B14F-4D97-AF65-F5344CB8AC3E}">
        <p14:creationId xmlns:p14="http://schemas.microsoft.com/office/powerpoint/2010/main" val="845575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7071" rIns="0" bIns="0" rtlCol="0">
            <a:spAutoFit/>
          </a:bodyPr>
          <a:lstStyle/>
          <a:p>
            <a:pPr marL="1318895">
              <a:lnSpc>
                <a:spcPct val="100000"/>
              </a:lnSpc>
              <a:spcBef>
                <a:spcPts val="105"/>
              </a:spcBef>
            </a:pPr>
            <a:r>
              <a:rPr dirty="0"/>
              <a:t>RESULTS</a:t>
            </a:r>
            <a:r>
              <a:rPr spc="-50" dirty="0"/>
              <a:t> </a:t>
            </a:r>
            <a:r>
              <a:rPr dirty="0"/>
              <a:t>&amp;</a:t>
            </a:r>
            <a:r>
              <a:rPr spc="-25" dirty="0"/>
              <a:t> </a:t>
            </a:r>
            <a:r>
              <a:rPr spc="-10" dirty="0"/>
              <a:t>DISCUSSION</a:t>
            </a:r>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16</a:t>
            </a:fld>
            <a:endParaRPr spc="-25" dirty="0"/>
          </a:p>
        </p:txBody>
      </p:sp>
      <p:sp>
        <p:nvSpPr>
          <p:cNvPr id="15" name="TextBox 14">
            <a:extLst>
              <a:ext uri="{FF2B5EF4-FFF2-40B4-BE49-F238E27FC236}">
                <a16:creationId xmlns:a16="http://schemas.microsoft.com/office/drawing/2014/main" id="{5C1A3CD2-3C77-D5A3-16A0-F3C0FED19C85}"/>
              </a:ext>
            </a:extLst>
          </p:cNvPr>
          <p:cNvSpPr txBox="1"/>
          <p:nvPr/>
        </p:nvSpPr>
        <p:spPr>
          <a:xfrm>
            <a:off x="685800" y="2044745"/>
            <a:ext cx="10744200" cy="3785652"/>
          </a:xfrm>
          <a:prstGeom prst="rect">
            <a:avLst/>
          </a:prstGeom>
          <a:noFill/>
        </p:spPr>
        <p:txBody>
          <a:bodyPr wrap="square">
            <a:spAutoFit/>
          </a:bodyPr>
          <a:lstStyle/>
          <a:p>
            <a:pPr marL="342900" lvl="0" indent="-342900">
              <a:buFont typeface="+mj-lt"/>
              <a:buAutoNum type="arabicPeriod"/>
            </a:pPr>
            <a:r>
              <a:rPr lang="en-IN" sz="2400" b="1" dirty="0">
                <a:latin typeface="Times New Roman" panose="02020603050405020304" pitchFamily="18" charset="0"/>
                <a:cs typeface="Times New Roman" panose="02020603050405020304" pitchFamily="18" charset="0"/>
              </a:rPr>
              <a:t>Threat Detection:</a:t>
            </a:r>
            <a:r>
              <a:rPr lang="en-IN" sz="2400" dirty="0">
                <a:latin typeface="Times New Roman" panose="02020603050405020304" pitchFamily="18" charset="0"/>
                <a:cs typeface="Times New Roman" panose="02020603050405020304" pitchFamily="18" charset="0"/>
              </a:rPr>
              <a:t> The system analyzes security logs and detects suspicious activities using AI/ML.</a:t>
            </a:r>
          </a:p>
          <a:p>
            <a:pPr marL="342900" lvl="0" indent="-342900">
              <a:buFont typeface="+mj-lt"/>
              <a:buAutoNum type="arabicPeriod"/>
            </a:pPr>
            <a:r>
              <a:rPr lang="en-IN" sz="2400" b="1" dirty="0">
                <a:latin typeface="Times New Roman" panose="02020603050405020304" pitchFamily="18" charset="0"/>
                <a:cs typeface="Times New Roman" panose="02020603050405020304" pitchFamily="18" charset="0"/>
              </a:rPr>
              <a:t>Threat Classification:</a:t>
            </a:r>
            <a:r>
              <a:rPr lang="en-IN" sz="2400" dirty="0">
                <a:latin typeface="Times New Roman" panose="02020603050405020304" pitchFamily="18" charset="0"/>
                <a:cs typeface="Times New Roman" panose="02020603050405020304" pitchFamily="18" charset="0"/>
              </a:rPr>
              <a:t> Detected activities are classified into different types such as Brute Force, Malware, DoS, and SQL Injection.</a:t>
            </a:r>
          </a:p>
          <a:p>
            <a:pPr marL="342900" lvl="0" indent="-342900">
              <a:buFont typeface="+mj-lt"/>
              <a:buAutoNum type="arabicPeriod"/>
            </a:pPr>
            <a:r>
              <a:rPr lang="en-IN" sz="2400" b="1" dirty="0">
                <a:latin typeface="Times New Roman" panose="02020603050405020304" pitchFamily="18" charset="0"/>
                <a:cs typeface="Times New Roman" panose="02020603050405020304" pitchFamily="18" charset="0"/>
              </a:rPr>
              <a:t>Risk Analysis:</a:t>
            </a:r>
            <a:r>
              <a:rPr lang="en-IN" sz="2400" dirty="0">
                <a:latin typeface="Times New Roman" panose="02020603050405020304" pitchFamily="18" charset="0"/>
                <a:cs typeface="Times New Roman" panose="02020603050405020304" pitchFamily="18" charset="0"/>
              </a:rPr>
              <a:t> The system assigns a severity level such as Low, Medium, High, or Critical to each detected threat.</a:t>
            </a:r>
          </a:p>
          <a:p>
            <a:pPr marL="342900" lvl="0" indent="-342900">
              <a:buFont typeface="+mj-lt"/>
              <a:buAutoNum type="arabicPeriod"/>
            </a:pPr>
            <a:r>
              <a:rPr lang="en-IN" sz="2400" b="1" dirty="0">
                <a:latin typeface="Times New Roman" panose="02020603050405020304" pitchFamily="18" charset="0"/>
                <a:cs typeface="Times New Roman" panose="02020603050405020304" pitchFamily="18" charset="0"/>
              </a:rPr>
              <a:t>MITRE Mapping:</a:t>
            </a:r>
            <a:r>
              <a:rPr lang="en-IN" sz="2400" dirty="0">
                <a:latin typeface="Times New Roman" panose="02020603050405020304" pitchFamily="18" charset="0"/>
                <a:cs typeface="Times New Roman" panose="02020603050405020304" pitchFamily="18" charset="0"/>
              </a:rPr>
              <a:t> Detected threats are mapped to the relevant MITRE ATT&amp;CK techniques to understand the attack pattern.</a:t>
            </a:r>
          </a:p>
          <a:p>
            <a:pPr marL="342900" lvl="0" indent="-342900">
              <a:buFont typeface="+mj-lt"/>
              <a:buAutoNum type="arabicPeriod"/>
            </a:pPr>
            <a:r>
              <a:rPr lang="en-IN" sz="2400" b="1" dirty="0">
                <a:latin typeface="Times New Roman" panose="02020603050405020304" pitchFamily="18" charset="0"/>
                <a:cs typeface="Times New Roman" panose="02020603050405020304" pitchFamily="18" charset="0"/>
              </a:rPr>
              <a:t>Security Monitoring:</a:t>
            </a:r>
            <a:r>
              <a:rPr lang="en-IN" sz="2400" dirty="0">
                <a:latin typeface="Times New Roman" panose="02020603050405020304" pitchFamily="18" charset="0"/>
                <a:cs typeface="Times New Roman" panose="02020603050405020304" pitchFamily="18" charset="0"/>
              </a:rPr>
              <a:t> The dashboard displays threats, alerts, and reports, helping administrators monitor and respond to security incidents quickly.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7121" y="609600"/>
            <a:ext cx="7497064" cy="704214"/>
          </a:xfrm>
          <a:prstGeom prst="rect">
            <a:avLst/>
          </a:prstGeom>
        </p:spPr>
        <p:txBody>
          <a:bodyPr vert="horz" wrap="square" lIns="0" tIns="187071" rIns="0" bIns="0" rtlCol="0">
            <a:spAutoFit/>
          </a:bodyPr>
          <a:lstStyle/>
          <a:p>
            <a:pPr marL="333375">
              <a:lnSpc>
                <a:spcPct val="100000"/>
              </a:lnSpc>
              <a:spcBef>
                <a:spcPts val="105"/>
              </a:spcBef>
            </a:pPr>
            <a:r>
              <a:rPr dirty="0"/>
              <a:t>CONCLUSION</a:t>
            </a:r>
            <a:r>
              <a:rPr spc="-75" dirty="0"/>
              <a:t> </a:t>
            </a:r>
            <a:r>
              <a:rPr dirty="0"/>
              <a:t>&amp;</a:t>
            </a:r>
            <a:r>
              <a:rPr spc="-35" dirty="0"/>
              <a:t> </a:t>
            </a:r>
            <a:r>
              <a:rPr dirty="0"/>
              <a:t>FUTURE</a:t>
            </a:r>
            <a:r>
              <a:rPr spc="-40" dirty="0"/>
              <a:t> </a:t>
            </a:r>
            <a:r>
              <a:rPr spc="-10" dirty="0"/>
              <a:t>SCOPE</a:t>
            </a:r>
          </a:p>
        </p:txBody>
      </p:sp>
      <p:pic>
        <p:nvPicPr>
          <p:cNvPr id="3" name="object 3"/>
          <p:cNvPicPr/>
          <p:nvPr/>
        </p:nvPicPr>
        <p:blipFill>
          <a:blip r:embed="rId2" cstate="print"/>
          <a:stretch>
            <a:fillRect/>
          </a:stretch>
        </p:blipFill>
        <p:spPr>
          <a:xfrm>
            <a:off x="356870" y="191135"/>
            <a:ext cx="1134694" cy="1342390"/>
          </a:xfrm>
          <a:prstGeom prst="rect">
            <a:avLst/>
          </a:prstGeom>
        </p:spPr>
      </p:pic>
      <p:pic>
        <p:nvPicPr>
          <p:cNvPr id="4" name="object 4"/>
          <p:cNvPicPr/>
          <p:nvPr/>
        </p:nvPicPr>
        <p:blipFill>
          <a:blip r:embed="rId3" cstate="print"/>
          <a:stretch>
            <a:fillRect/>
          </a:stretch>
        </p:blipFill>
        <p:spPr>
          <a:xfrm>
            <a:off x="10513694" y="191135"/>
            <a:ext cx="1519554" cy="134239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17</a:t>
            </a:fld>
            <a:endParaRPr spc="-25" dirty="0"/>
          </a:p>
        </p:txBody>
      </p:sp>
      <p:sp>
        <p:nvSpPr>
          <p:cNvPr id="8" name="TextBox 7">
            <a:extLst>
              <a:ext uri="{FF2B5EF4-FFF2-40B4-BE49-F238E27FC236}">
                <a16:creationId xmlns:a16="http://schemas.microsoft.com/office/drawing/2014/main" id="{C39B3A15-B4D7-9F1D-D544-5CCDF92E20F1}"/>
              </a:ext>
            </a:extLst>
          </p:cNvPr>
          <p:cNvSpPr txBox="1"/>
          <p:nvPr/>
        </p:nvSpPr>
        <p:spPr>
          <a:xfrm>
            <a:off x="685318" y="1905000"/>
            <a:ext cx="10542778" cy="3785652"/>
          </a:xfrm>
          <a:prstGeom prst="rect">
            <a:avLst/>
          </a:prstGeom>
          <a:noFill/>
        </p:spPr>
        <p:txBody>
          <a:bodyPr wrap="square">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AI Sentinel</a:t>
            </a:r>
            <a:r>
              <a:rPr lang="en-IN" sz="2400" dirty="0">
                <a:latin typeface="Times New Roman" panose="02020603050405020304" pitchFamily="18" charset="0"/>
                <a:cs typeface="Times New Roman" panose="02020603050405020304" pitchFamily="18" charset="0"/>
              </a:rPr>
              <a:t> provides an AI-based solution for detecting and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suspicious activities from security logs.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system classifies threats, assigns </a:t>
            </a:r>
            <a:r>
              <a:rPr lang="en-IN" sz="2400" b="1" dirty="0">
                <a:latin typeface="Times New Roman" panose="02020603050405020304" pitchFamily="18" charset="0"/>
                <a:cs typeface="Times New Roman" panose="02020603050405020304" pitchFamily="18" charset="0"/>
              </a:rPr>
              <a:t>severity levels</a:t>
            </a:r>
            <a:r>
              <a:rPr lang="en-IN" sz="2400" dirty="0">
                <a:latin typeface="Times New Roman" panose="02020603050405020304" pitchFamily="18" charset="0"/>
                <a:cs typeface="Times New Roman" panose="02020603050405020304" pitchFamily="18" charset="0"/>
              </a:rPr>
              <a:t>, and maps attacks to the </a:t>
            </a:r>
            <a:r>
              <a:rPr lang="en-IN" sz="2400" b="1" dirty="0">
                <a:latin typeface="Times New Roman" panose="02020603050405020304" pitchFamily="18" charset="0"/>
                <a:cs typeface="Times New Roman" panose="02020603050405020304" pitchFamily="18" charset="0"/>
              </a:rPr>
              <a:t>MITRE ATT&amp;CK framework</a:t>
            </a:r>
            <a:r>
              <a:rPr lang="en-IN" sz="24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dashboard provides easy monitoring of </a:t>
            </a:r>
            <a:r>
              <a:rPr lang="en-IN" sz="2400" b="1" dirty="0">
                <a:latin typeface="Times New Roman" panose="02020603050405020304" pitchFamily="18" charset="0"/>
                <a:cs typeface="Times New Roman" panose="02020603050405020304" pitchFamily="18" charset="0"/>
              </a:rPr>
              <a:t>threats, alerts, logs, and security reports</a:t>
            </a:r>
            <a:r>
              <a:rPr lang="en-IN" sz="2400" dirty="0">
                <a:latin typeface="Times New Roman" panose="02020603050405020304" pitchFamily="18" charset="0"/>
                <a:cs typeface="Times New Roman" panose="02020603050405020304" pitchFamily="18" charset="0"/>
              </a:rPr>
              <a:t>.</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the future, the system can support </a:t>
            </a:r>
            <a:r>
              <a:rPr lang="en-IN" sz="2400" b="1" dirty="0">
                <a:latin typeface="Times New Roman" panose="02020603050405020304" pitchFamily="18" charset="0"/>
                <a:cs typeface="Times New Roman" panose="02020603050405020304" pitchFamily="18" charset="0"/>
              </a:rPr>
              <a:t>real-time monitoring</a:t>
            </a:r>
            <a:r>
              <a:rPr lang="en-IN" sz="2400" dirty="0">
                <a:latin typeface="Times New Roman" panose="02020603050405020304" pitchFamily="18" charset="0"/>
                <a:cs typeface="Times New Roman" panose="02020603050405020304" pitchFamily="18" charset="0"/>
              </a:rPr>
              <a:t> and integration with cloud platforms and other security tools.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Advanced </a:t>
            </a:r>
            <a:r>
              <a:rPr lang="en-IN" sz="2400" b="1" dirty="0">
                <a:latin typeface="Times New Roman" panose="02020603050405020304" pitchFamily="18" charset="0"/>
                <a:cs typeface="Times New Roman" panose="02020603050405020304" pitchFamily="18" charset="0"/>
              </a:rPr>
              <a:t>AI/deep learning and automated threat response</a:t>
            </a:r>
            <a:r>
              <a:rPr lang="en-IN" sz="2400" dirty="0">
                <a:latin typeface="Times New Roman" panose="02020603050405020304" pitchFamily="18" charset="0"/>
                <a:cs typeface="Times New Roman" panose="02020603050405020304" pitchFamily="18" charset="0"/>
              </a:rPr>
              <a:t> can be added to improve detection accuracy and respond to new cyber threats faster.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40332" y="1488693"/>
            <a:ext cx="144780" cy="269240"/>
          </a:xfrm>
          <a:prstGeom prst="rect">
            <a:avLst/>
          </a:prstGeom>
        </p:spPr>
        <p:txBody>
          <a:bodyPr vert="horz" wrap="square" lIns="0" tIns="12065" rIns="0" bIns="0" rtlCol="0">
            <a:spAutoFit/>
          </a:bodyPr>
          <a:lstStyle/>
          <a:p>
            <a:pPr marL="12700">
              <a:lnSpc>
                <a:spcPct val="100000"/>
              </a:lnSpc>
              <a:spcBef>
                <a:spcPts val="95"/>
              </a:spcBef>
            </a:pPr>
            <a:r>
              <a:rPr sz="1600" spc="-395" dirty="0">
                <a:latin typeface="Lucida Sans Unicode" panose="020B0602030504020204"/>
                <a:cs typeface="Lucida Sans Unicode" panose="020B0602030504020204"/>
              </a:rPr>
              <a:t>□</a:t>
            </a:r>
            <a:endParaRPr sz="1600" dirty="0">
              <a:latin typeface="Lucida Sans Unicode" panose="020B0602030504020204"/>
              <a:cs typeface="Lucida Sans Unicode" panose="020B0602030504020204"/>
            </a:endParaRPr>
          </a:p>
        </p:txBody>
      </p:sp>
      <p:sp>
        <p:nvSpPr>
          <p:cNvPr id="3" name="object 3"/>
          <p:cNvSpPr txBox="1">
            <a:spLocks noGrp="1"/>
          </p:cNvSpPr>
          <p:nvPr>
            <p:ph type="ctrTitle"/>
          </p:nvPr>
        </p:nvSpPr>
        <p:spPr>
          <a:xfrm>
            <a:off x="4526127" y="974978"/>
            <a:ext cx="2753614" cy="513715"/>
          </a:xfrm>
          <a:prstGeom prst="rect">
            <a:avLst/>
          </a:prstGeom>
        </p:spPr>
        <p:txBody>
          <a:bodyPr vert="horz" wrap="square" lIns="0" tIns="13335" rIns="0" bIns="0" rtlCol="0">
            <a:spAutoFit/>
          </a:bodyPr>
          <a:lstStyle/>
          <a:p>
            <a:pPr marL="17780">
              <a:lnSpc>
                <a:spcPct val="100000"/>
              </a:lnSpc>
              <a:spcBef>
                <a:spcPts val="105"/>
              </a:spcBef>
            </a:pPr>
            <a:r>
              <a:rPr spc="-10" dirty="0"/>
              <a:t>REFERENCES</a:t>
            </a:r>
          </a:p>
        </p:txBody>
      </p:sp>
      <p:pic>
        <p:nvPicPr>
          <p:cNvPr id="4" name="object 4"/>
          <p:cNvPicPr/>
          <p:nvPr/>
        </p:nvPicPr>
        <p:blipFill>
          <a:blip r:embed="rId2" cstate="print"/>
          <a:stretch>
            <a:fillRect/>
          </a:stretch>
        </p:blipFill>
        <p:spPr>
          <a:xfrm>
            <a:off x="571500" y="404495"/>
            <a:ext cx="1134694" cy="1342389"/>
          </a:xfrm>
          <a:prstGeom prst="rect">
            <a:avLst/>
          </a:prstGeom>
        </p:spPr>
      </p:pic>
      <p:pic>
        <p:nvPicPr>
          <p:cNvPr id="5" name="object 5"/>
          <p:cNvPicPr/>
          <p:nvPr/>
        </p:nvPicPr>
        <p:blipFill>
          <a:blip r:embed="rId3" cstate="print"/>
          <a:stretch>
            <a:fillRect/>
          </a:stretch>
        </p:blipFill>
        <p:spPr>
          <a:xfrm>
            <a:off x="10099675" y="408305"/>
            <a:ext cx="1519554" cy="1342389"/>
          </a:xfrm>
          <a:prstGeom prst="rect">
            <a:avLst/>
          </a:prstGeom>
        </p:spPr>
      </p:pic>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18</a:t>
            </a:fld>
            <a:endParaRPr spc="-25" dirty="0"/>
          </a:p>
        </p:txBody>
      </p:sp>
      <p:sp>
        <p:nvSpPr>
          <p:cNvPr id="8" name="TextBox 7">
            <a:extLst>
              <a:ext uri="{FF2B5EF4-FFF2-40B4-BE49-F238E27FC236}">
                <a16:creationId xmlns:a16="http://schemas.microsoft.com/office/drawing/2014/main" id="{C784D3A7-B32D-31BA-FF44-7E92FD825D61}"/>
              </a:ext>
            </a:extLst>
          </p:cNvPr>
          <p:cNvSpPr txBox="1"/>
          <p:nvPr/>
        </p:nvSpPr>
        <p:spPr>
          <a:xfrm>
            <a:off x="576071" y="2119782"/>
            <a:ext cx="10972800" cy="3724096"/>
          </a:xfrm>
          <a:prstGeom prst="rect">
            <a:avLst/>
          </a:prstGeom>
          <a:noFill/>
        </p:spPr>
        <p:txBody>
          <a:bodyPr wrap="square" rtlCol="0">
            <a:spAutoFit/>
          </a:bodyPr>
          <a:lstStyle/>
          <a:p>
            <a:endParaRPr lang="en-IN" b="1" dirty="0"/>
          </a:p>
          <a:p>
            <a:pPr lvl="0"/>
            <a:r>
              <a:rPr lang="en-IN" sz="2000" b="1" dirty="0">
                <a:latin typeface="Times New Roman" panose="02020603050405020304" pitchFamily="18" charset="0"/>
                <a:cs typeface="Times New Roman" panose="02020603050405020304" pitchFamily="18" charset="0"/>
              </a:rPr>
              <a:t>MITRE ATT&amp;CK</a:t>
            </a:r>
            <a:r>
              <a:rPr lang="en-IN" sz="2000" dirty="0">
                <a:latin typeface="Times New Roman" panose="02020603050405020304" pitchFamily="18" charset="0"/>
                <a:cs typeface="Times New Roman" panose="02020603050405020304" pitchFamily="18" charset="0"/>
              </a:rPr>
              <a:t> – Cybersecurity knowledge base for identifying attack tactics and techniques.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4"/>
              </a:rPr>
              <a:t>MITRE ATT&amp;CK</a:t>
            </a:r>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NIST Cybersecurity Framework</a:t>
            </a:r>
            <a:r>
              <a:rPr lang="en-IN" sz="2000" dirty="0">
                <a:latin typeface="Times New Roman" panose="02020603050405020304" pitchFamily="18" charset="0"/>
                <a:cs typeface="Times New Roman" panose="02020603050405020304" pitchFamily="18" charset="0"/>
              </a:rPr>
              <a:t> – Guidelines for cybersecurity risk management and threat detection.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5"/>
              </a:rPr>
              <a:t>NIST Cybersecurity Framework</a:t>
            </a:r>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Scikit-learn</a:t>
            </a:r>
            <a:r>
              <a:rPr lang="en-IN" sz="2000" dirty="0">
                <a:latin typeface="Times New Roman" panose="02020603050405020304" pitchFamily="18" charset="0"/>
                <a:cs typeface="Times New Roman" panose="02020603050405020304" pitchFamily="18" charset="0"/>
              </a:rPr>
              <a:t> – Machine learning library used for classification and anomaly detection.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6"/>
              </a:rPr>
              <a:t>Scikit-learn Documentation</a:t>
            </a:r>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 Python framework used for developing the backend APIs.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7"/>
              </a:rPr>
              <a:t>FastAPI Documentation</a:t>
            </a:r>
            <a:endParaRPr lang="en-IN" sz="2000" dirty="0">
              <a:latin typeface="Times New Roman" panose="02020603050405020304" pitchFamily="18" charset="0"/>
              <a:cs typeface="Times New Roman" panose="02020603050405020304" pitchFamily="18" charset="0"/>
            </a:endParaRPr>
          </a:p>
          <a:p>
            <a:pPr lvl="0"/>
            <a:r>
              <a:rPr lang="en-IN" sz="2000" b="1" dirty="0">
                <a:latin typeface="Times New Roman" panose="02020603050405020304" pitchFamily="18" charset="0"/>
                <a:cs typeface="Times New Roman" panose="02020603050405020304" pitchFamily="18" charset="0"/>
              </a:rPr>
              <a:t>React</a:t>
            </a:r>
            <a:r>
              <a:rPr lang="en-IN" sz="2000" dirty="0">
                <a:latin typeface="Times New Roman" panose="02020603050405020304" pitchFamily="18" charset="0"/>
                <a:cs typeface="Times New Roman" panose="02020603050405020304" pitchFamily="18" charset="0"/>
              </a:rPr>
              <a:t> – JavaScript library used to develop the application's frontend and dashboard.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hlinkClick r:id="rId8"/>
              </a:rPr>
              <a:t>React Documentation</a:t>
            </a:r>
            <a:endParaRPr lang="en-IN" sz="20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 y="501015"/>
            <a:ext cx="1135773" cy="1343025"/>
          </a:xfrm>
          <a:prstGeom prst="rect">
            <a:avLst/>
          </a:prstGeom>
        </p:spPr>
      </p:pic>
      <p:pic>
        <p:nvPicPr>
          <p:cNvPr id="3" name="object 3"/>
          <p:cNvPicPr/>
          <p:nvPr/>
        </p:nvPicPr>
        <p:blipFill>
          <a:blip r:embed="rId3" cstate="print"/>
          <a:stretch>
            <a:fillRect/>
          </a:stretch>
        </p:blipFill>
        <p:spPr>
          <a:xfrm>
            <a:off x="10062209" y="393700"/>
            <a:ext cx="1527809" cy="1349121"/>
          </a:xfrm>
          <a:prstGeom prst="rect">
            <a:avLst/>
          </a:prstGeom>
        </p:spPr>
      </p:pic>
      <p:pic>
        <p:nvPicPr>
          <p:cNvPr id="4" name="object 4"/>
          <p:cNvPicPr/>
          <p:nvPr/>
        </p:nvPicPr>
        <p:blipFill>
          <a:blip r:embed="rId4" cstate="print"/>
          <a:stretch>
            <a:fillRect/>
          </a:stretch>
        </p:blipFill>
        <p:spPr>
          <a:xfrm>
            <a:off x="1925954" y="2056129"/>
            <a:ext cx="7806182" cy="3706495"/>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10" dirty="0"/>
              <a:t>EEA1306</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19</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911</TotalTime>
  <Words>1118</Words>
  <Application>Microsoft Office PowerPoint</Application>
  <PresentationFormat>Widescreen</PresentationFormat>
  <Paragraphs>141</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Lucida Sans Unicode</vt:lpstr>
      <vt:lpstr>Times New Roman</vt:lpstr>
      <vt:lpstr>Wingdings</vt:lpstr>
      <vt:lpstr>Office Theme</vt:lpstr>
      <vt:lpstr>SIMATS ENGINEERING</vt:lpstr>
      <vt:lpstr>INTRODUCTION</vt:lpstr>
      <vt:lpstr>ABSTRACT</vt:lpstr>
      <vt:lpstr>PROBLEM STATEMENT</vt:lpstr>
      <vt:lpstr>OBJECTIVES</vt:lpstr>
      <vt:lpstr>Existing System</vt:lpstr>
      <vt:lpstr>Proposed System</vt:lpstr>
      <vt:lpstr>LITERATURE REVIEW</vt:lpstr>
      <vt:lpstr>Technologies</vt:lpstr>
      <vt:lpstr>Module 1: Log Collection &amp; Preprocessing Module</vt:lpstr>
      <vt:lpstr>Module 2:AI-Based Threat Detection Module</vt:lpstr>
      <vt:lpstr>Module 3:MITRE ATT&amp;CK &amp; Response Module</vt:lpstr>
      <vt:lpstr>Module 4:Security Dashboard &amp; Reporting Module</vt:lpstr>
      <vt:lpstr>METHODOLOGY</vt:lpstr>
      <vt:lpstr>Usecase Diagram</vt:lpstr>
      <vt:lpstr>RESULTS &amp; DISCUSSION</vt:lpstr>
      <vt:lpstr>CONCLUSION &amp;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dc:title>
  <dc:creator>BASKARAN S</dc:creator>
  <cp:lastModifiedBy>Geferlin Boffy</cp:lastModifiedBy>
  <cp:revision>16</cp:revision>
  <dcterms:created xsi:type="dcterms:W3CDTF">2026-01-09T01:43:09Z</dcterms:created>
  <dcterms:modified xsi:type="dcterms:W3CDTF">2026-08-14T03:52:24Z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2025-11-27T05:30:00Z</vt:filetime>
  </property>
  <property fmtid="{D5CDD505-2E9C-101B-9397-08002B2CF9AE}" pid="3" name="Creator">
    <vt:lpwstr>Microsoft® Word 2019</vt:lpwstr>
  </property>
  <property fmtid="{D5CDD505-2E9C-101B-9397-08002B2CF9AE}" pid="4" name="LastSaved">
    <vt:filetime>2026-01-09T05:30:00Z</vt:filetime>
  </property>
  <property fmtid="{D5CDD505-2E9C-101B-9397-08002B2CF9AE}" pid="5" name="Producer">
    <vt:lpwstr>Microsoft® Word 2019</vt:lpwstr>
  </property>
  <property fmtid="{D5CDD505-2E9C-101B-9397-08002B2CF9AE}" pid="6" name="ICV">
    <vt:lpwstr>D2C67E8E397C4C73BF307D1014DD8300_12</vt:lpwstr>
  </property>
  <property fmtid="{D5CDD505-2E9C-101B-9397-08002B2CF9AE}" pid="7" name="KSOProductBuildVer">
    <vt:lpwstr>1033-12.2.0.23196</vt:lpwstr>
  </property>
</Properties>
</file>