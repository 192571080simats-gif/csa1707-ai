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5" r:id="rId6"/>
    <p:sldId id="260" r:id="rId7"/>
    <p:sldId id="263" r:id="rId8"/>
    <p:sldId id="264" r:id="rId9"/>
    <p:sldId id="262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ferlin Boffy" userId="0c47bb98e241aa4a" providerId="LiveId" clId="{85390274-81C7-4CF0-AC5B-A735F2595B03}"/>
    <pc:docChg chg="addSld delSld modSld">
      <pc:chgData name="Geferlin Boffy" userId="0c47bb98e241aa4a" providerId="LiveId" clId="{85390274-81C7-4CF0-AC5B-A735F2595B03}" dt="2026-08-25T17:30:53.627" v="22" actId="1076"/>
      <pc:docMkLst>
        <pc:docMk/>
      </pc:docMkLst>
      <pc:sldChg chg="modSp mod">
        <pc:chgData name="Geferlin Boffy" userId="0c47bb98e241aa4a" providerId="LiveId" clId="{85390274-81C7-4CF0-AC5B-A735F2595B03}" dt="2026-08-24T04:50:42.502" v="1" actId="113"/>
        <pc:sldMkLst>
          <pc:docMk/>
          <pc:sldMk cId="3897989918" sldId="256"/>
        </pc:sldMkLst>
        <pc:spChg chg="mod">
          <ac:chgData name="Geferlin Boffy" userId="0c47bb98e241aa4a" providerId="LiveId" clId="{85390274-81C7-4CF0-AC5B-A735F2595B03}" dt="2026-08-24T04:50:42.502" v="1" actId="113"/>
          <ac:spMkLst>
            <pc:docMk/>
            <pc:sldMk cId="3897989918" sldId="256"/>
            <ac:spMk id="2" creationId="{407E92A5-F4EC-7C94-F59B-B0F03FE44C27}"/>
          </ac:spMkLst>
        </pc:spChg>
      </pc:sldChg>
      <pc:sldChg chg="modSp mod">
        <pc:chgData name="Geferlin Boffy" userId="0c47bb98e241aa4a" providerId="LiveId" clId="{85390274-81C7-4CF0-AC5B-A735F2595B03}" dt="2026-08-24T04:51:44.029" v="3" actId="2710"/>
        <pc:sldMkLst>
          <pc:docMk/>
          <pc:sldMk cId="4096964543" sldId="258"/>
        </pc:sldMkLst>
        <pc:spChg chg="mod">
          <ac:chgData name="Geferlin Boffy" userId="0c47bb98e241aa4a" providerId="LiveId" clId="{85390274-81C7-4CF0-AC5B-A735F2595B03}" dt="2026-08-24T04:51:44.029" v="3" actId="2710"/>
          <ac:spMkLst>
            <pc:docMk/>
            <pc:sldMk cId="4096964543" sldId="258"/>
            <ac:spMk id="3" creationId="{9E670F6C-1AED-0B60-4DB3-43B8441023ED}"/>
          </ac:spMkLst>
        </pc:spChg>
      </pc:sldChg>
      <pc:sldChg chg="modSp mod">
        <pc:chgData name="Geferlin Boffy" userId="0c47bb98e241aa4a" providerId="LiveId" clId="{85390274-81C7-4CF0-AC5B-A735F2595B03}" dt="2026-08-24T04:55:47.465" v="11" actId="113"/>
        <pc:sldMkLst>
          <pc:docMk/>
          <pc:sldMk cId="3104198204" sldId="259"/>
        </pc:sldMkLst>
        <pc:spChg chg="mod">
          <ac:chgData name="Geferlin Boffy" userId="0c47bb98e241aa4a" providerId="LiveId" clId="{85390274-81C7-4CF0-AC5B-A735F2595B03}" dt="2026-08-24T04:55:47.465" v="11" actId="113"/>
          <ac:spMkLst>
            <pc:docMk/>
            <pc:sldMk cId="3104198204" sldId="259"/>
            <ac:spMk id="2" creationId="{5946156B-FD82-917E-6CCB-F7506CF05065}"/>
          </ac:spMkLst>
        </pc:spChg>
      </pc:sldChg>
      <pc:sldChg chg="modSp mod">
        <pc:chgData name="Geferlin Boffy" userId="0c47bb98e241aa4a" providerId="LiveId" clId="{85390274-81C7-4CF0-AC5B-A735F2595B03}" dt="2026-08-25T17:30:53.627" v="22" actId="1076"/>
        <pc:sldMkLst>
          <pc:docMk/>
          <pc:sldMk cId="3086676786" sldId="260"/>
        </pc:sldMkLst>
        <pc:spChg chg="mod">
          <ac:chgData name="Geferlin Boffy" userId="0c47bb98e241aa4a" providerId="LiveId" clId="{85390274-81C7-4CF0-AC5B-A735F2595B03}" dt="2026-08-24T04:55:28.805" v="9" actId="2711"/>
          <ac:spMkLst>
            <pc:docMk/>
            <pc:sldMk cId="3086676786" sldId="260"/>
            <ac:spMk id="2" creationId="{27F546E2-DA18-A675-6A2E-B11DEEB58777}"/>
          </ac:spMkLst>
        </pc:spChg>
        <pc:spChg chg="mod">
          <ac:chgData name="Geferlin Boffy" userId="0c47bb98e241aa4a" providerId="LiveId" clId="{85390274-81C7-4CF0-AC5B-A735F2595B03}" dt="2026-08-25T17:30:53.627" v="22" actId="1076"/>
          <ac:spMkLst>
            <pc:docMk/>
            <pc:sldMk cId="3086676786" sldId="260"/>
            <ac:spMk id="4" creationId="{533BEA69-BF5E-74C9-4AD4-56FDA27D4D13}"/>
          </ac:spMkLst>
        </pc:spChg>
      </pc:sldChg>
      <pc:sldChg chg="del">
        <pc:chgData name="Geferlin Boffy" userId="0c47bb98e241aa4a" providerId="LiveId" clId="{85390274-81C7-4CF0-AC5B-A735F2595B03}" dt="2026-08-24T04:50:54.843" v="2" actId="2696"/>
        <pc:sldMkLst>
          <pc:docMk/>
          <pc:sldMk cId="939973549" sldId="261"/>
        </pc:sldMkLst>
      </pc:sldChg>
      <pc:sldChg chg="modSp mod">
        <pc:chgData name="Geferlin Boffy" userId="0c47bb98e241aa4a" providerId="LiveId" clId="{85390274-81C7-4CF0-AC5B-A735F2595B03}" dt="2026-08-24T04:55:02.826" v="4" actId="113"/>
        <pc:sldMkLst>
          <pc:docMk/>
          <pc:sldMk cId="2100362281" sldId="262"/>
        </pc:sldMkLst>
        <pc:spChg chg="mod">
          <ac:chgData name="Geferlin Boffy" userId="0c47bb98e241aa4a" providerId="LiveId" clId="{85390274-81C7-4CF0-AC5B-A735F2595B03}" dt="2026-08-24T04:55:02.826" v="4" actId="113"/>
          <ac:spMkLst>
            <pc:docMk/>
            <pc:sldMk cId="2100362281" sldId="262"/>
            <ac:spMk id="2" creationId="{1B7D80B6-BF4E-8C24-6C1B-1CB46A54CD30}"/>
          </ac:spMkLst>
        </pc:spChg>
        <pc:picChg chg="mod">
          <ac:chgData name="Geferlin Boffy" userId="0c47bb98e241aa4a" providerId="LiveId" clId="{85390274-81C7-4CF0-AC5B-A735F2595B03}" dt="2026-08-24T04:50:16.440" v="0" actId="1076"/>
          <ac:picMkLst>
            <pc:docMk/>
            <pc:sldMk cId="2100362281" sldId="262"/>
            <ac:picMk id="5" creationId="{CA5162F9-A4A1-2080-7C99-8C219AE2EEC1}"/>
          </ac:picMkLst>
        </pc:picChg>
      </pc:sldChg>
      <pc:sldChg chg="modSp mod">
        <pc:chgData name="Geferlin Boffy" userId="0c47bb98e241aa4a" providerId="LiveId" clId="{85390274-81C7-4CF0-AC5B-A735F2595B03}" dt="2026-08-24T04:55:19.032" v="7" actId="2711"/>
        <pc:sldMkLst>
          <pc:docMk/>
          <pc:sldMk cId="3897354445" sldId="263"/>
        </pc:sldMkLst>
        <pc:spChg chg="mod">
          <ac:chgData name="Geferlin Boffy" userId="0c47bb98e241aa4a" providerId="LiveId" clId="{85390274-81C7-4CF0-AC5B-A735F2595B03}" dt="2026-08-24T04:55:19.032" v="7" actId="2711"/>
          <ac:spMkLst>
            <pc:docMk/>
            <pc:sldMk cId="3897354445" sldId="263"/>
            <ac:spMk id="2" creationId="{486F72AB-A291-FB12-5268-817380759642}"/>
          </ac:spMkLst>
        </pc:spChg>
      </pc:sldChg>
      <pc:sldChg chg="modSp mod">
        <pc:chgData name="Geferlin Boffy" userId="0c47bb98e241aa4a" providerId="LiveId" clId="{85390274-81C7-4CF0-AC5B-A735F2595B03}" dt="2026-08-24T04:55:10.329" v="5" actId="113"/>
        <pc:sldMkLst>
          <pc:docMk/>
          <pc:sldMk cId="541710879" sldId="264"/>
        </pc:sldMkLst>
        <pc:spChg chg="mod">
          <ac:chgData name="Geferlin Boffy" userId="0c47bb98e241aa4a" providerId="LiveId" clId="{85390274-81C7-4CF0-AC5B-A735F2595B03}" dt="2026-08-24T04:55:10.329" v="5" actId="113"/>
          <ac:spMkLst>
            <pc:docMk/>
            <pc:sldMk cId="541710879" sldId="264"/>
            <ac:spMk id="2" creationId="{0C555E1C-C028-5434-0909-E661544DABD4}"/>
          </ac:spMkLst>
        </pc:spChg>
      </pc:sldChg>
      <pc:sldChg chg="modSp mod">
        <pc:chgData name="Geferlin Boffy" userId="0c47bb98e241aa4a" providerId="LiveId" clId="{85390274-81C7-4CF0-AC5B-A735F2595B03}" dt="2026-08-24T04:55:38.987" v="10" actId="113"/>
        <pc:sldMkLst>
          <pc:docMk/>
          <pc:sldMk cId="2050668037" sldId="265"/>
        </pc:sldMkLst>
        <pc:spChg chg="mod">
          <ac:chgData name="Geferlin Boffy" userId="0c47bb98e241aa4a" providerId="LiveId" clId="{85390274-81C7-4CF0-AC5B-A735F2595B03}" dt="2026-08-24T04:55:38.987" v="10" actId="113"/>
          <ac:spMkLst>
            <pc:docMk/>
            <pc:sldMk cId="2050668037" sldId="265"/>
            <ac:spMk id="2" creationId="{4A59E45D-F502-7BC7-A88A-339FD2018B3B}"/>
          </ac:spMkLst>
        </pc:spChg>
      </pc:sldChg>
      <pc:sldChg chg="addSp modSp new mod">
        <pc:chgData name="Geferlin Boffy" userId="0c47bb98e241aa4a" providerId="LiveId" clId="{85390274-81C7-4CF0-AC5B-A735F2595B03}" dt="2026-08-25T17:30:36.366" v="21" actId="1076"/>
        <pc:sldMkLst>
          <pc:docMk/>
          <pc:sldMk cId="3597542601" sldId="266"/>
        </pc:sldMkLst>
        <pc:picChg chg="add mod">
          <ac:chgData name="Geferlin Boffy" userId="0c47bb98e241aa4a" providerId="LiveId" clId="{85390274-81C7-4CF0-AC5B-A735F2595B03}" dt="2026-08-25T17:30:36.366" v="21" actId="1076"/>
          <ac:picMkLst>
            <pc:docMk/>
            <pc:sldMk cId="3597542601" sldId="266"/>
            <ac:picMk id="2" creationId="{1AE78C8F-C209-C0AB-B13E-C82FB568D06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01D8C3-C682-46C3-900B-C59EA3D079D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A24ED0-C2E2-48F5-8F59-FDE8399AD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513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24ED0-C2E2-48F5-8F59-FDE8399AD33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644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3E325-6AD4-45DC-F95D-1E559FFA7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B11FB-C529-AE00-8B07-CE9A9D7B8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2F0E4-6319-114D-521B-210547987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1F8FE-B960-41FA-B720-01CCCCB185EE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58CC4-6CCF-4814-ED76-3D4D7E855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808C5-9C47-B783-DC3E-F2864B4C1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EF8B0-442A-4F7C-BEE7-6678D76FE3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175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75928-E259-44C3-4E69-2D722B815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1BE97-2548-1BE7-4378-7D8880469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F7AD9-79A6-0664-F98A-03536251D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1F8FE-B960-41FA-B720-01CCCCB185EE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6D490-FBF8-464E-EA82-3E283ED92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A81AB-F689-BCC2-4998-DE1881483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EF8B0-442A-4F7C-BEE7-6678D76FE3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89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3A829-9559-FBF2-4AC9-FD8670D8E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1F56A-A03C-3F3B-A4BA-B47371237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1B3EC-C461-5C2F-84FD-47EE99B7D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1F8FE-B960-41FA-B720-01CCCCB185EE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92EFA-8AB9-0504-04B1-199569D90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E10A7-1F4D-BFED-65A1-D2CC2D048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EF8B0-442A-4F7C-BEE7-6678D76FE3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307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20048-FAD7-C0AA-9EDC-94ED995C2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C57BB-B388-C182-7A1D-9414AEB522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821A30-6689-FA8A-A5CF-E86F0DD01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ED70C-01B9-319D-A9EC-84CB7BAD2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1F8FE-B960-41FA-B720-01CCCCB185EE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08BEB-6FFA-ED56-E452-4134C8AAB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5F86BC-06A2-CEAD-5A48-1052F393E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EF8B0-442A-4F7C-BEE7-6678D76FE3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149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05CD4-2900-5919-987A-9394DE6B0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87DA11-568A-A6DA-F3A2-ABA86EA49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0CDF75-B76F-274A-66AD-0A1BFBB11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B35F07-2D66-8728-E360-BFEBA73C7F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D5CBA6-9EB9-7F32-B278-86330A0797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1F63BF-781B-55B2-32F9-7715A838F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1F8FE-B960-41FA-B720-01CCCCB185EE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C892FB-C8D7-860F-41FC-55FA4522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DD550B-95CD-C2A7-6B44-B4159CB05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EF8B0-442A-4F7C-BEE7-6678D76FE3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930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B14EF-85F1-E3DB-E543-CBEA2F126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E38F83-696F-C5FF-00E3-BFB640E1D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1F8FE-B960-41FA-B720-01CCCCB185EE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7283D-8B01-C007-037D-2A7696F56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D6054-FD04-7635-9903-5FEF774F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EF8B0-442A-4F7C-BEE7-6678D76FE3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728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B9CCC0-D074-E759-5002-7FC4F5D7E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1F8FE-B960-41FA-B720-01CCCCB185EE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D9BEC1-DD74-696E-6FE4-BD21CF64D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7C308-AE45-144D-3E46-FCE03FAE7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EF8B0-442A-4F7C-BEE7-6678D76FE3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031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58646-54DE-BAEE-58E9-C19E1581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41D74-2849-DFA1-0BF6-630926DFB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CCCAC0-F02E-5C7D-2A16-EC6E5F624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369DE-C530-856B-6ED2-6FB91D657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1F8FE-B960-41FA-B720-01CCCCB185EE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C06D0-D2D2-232A-4AB7-94A474C56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D26BD-FBBE-5823-F419-0C9F918F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EF8B0-442A-4F7C-BEE7-6678D76FE3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137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5316E-D6E3-E882-5C03-D43071659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BB980C-30DC-760B-B753-BFE9EC1A6A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4385EB-571D-861A-0315-3F8CD61DF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15DA1D-EDAF-1725-68A0-91A0DB757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1F8FE-B960-41FA-B720-01CCCCB185EE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67A66-992A-FCEE-3A43-CBACCCE07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8CBCC9-B3E6-4324-8318-3DC510669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EF8B0-442A-4F7C-BEE7-6678D76FE3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084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15EF9-934B-BA52-06C3-5A445A85B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B7226D-BC8A-97CD-E95E-A3DD87D32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7246F-687E-3AE2-0F36-E9C7C4EEB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1F8FE-B960-41FA-B720-01CCCCB185EE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7EF44-E15E-CE6B-F5BF-7F0F2ECA8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AFA90-681B-DD4E-4F92-E82AF48E1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EF8B0-442A-4F7C-BEE7-6678D76FE3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503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591A7D-D644-6145-0BC2-85F27FB433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89FB43-1D58-FE15-0F6F-E2F12E618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1410E-A476-4257-8B38-4B5DE547E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1F8FE-B960-41FA-B720-01CCCCB185EE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4DAC2-C679-B3EB-4B98-F4871D4C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4982D-B60F-01F2-6B47-FC9D9B61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EF8B0-442A-4F7C-BEE7-6678D76FE3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174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B2B097-C74A-1351-97D6-DC7CA9415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D4663-51F7-A744-D37C-91F9D1C43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D0812-7B73-37B8-185B-731B05BDE6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F1F8FE-B960-41FA-B720-01CCCCB185EE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C3957-8E0D-4AF3-7DDC-B93D0F512B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90E63-CD02-0A60-4B92-9A6B3B0C1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1EF8B0-442A-4F7C-BEE7-6678D76FE3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386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E92A5-F4EC-7C94-F59B-B0F03FE44C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1624" y="2831614"/>
            <a:ext cx="9144000" cy="1569387"/>
          </a:xfrm>
        </p:spPr>
        <p:txBody>
          <a:bodyPr>
            <a:normAutofit fontScale="90000"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Reactive Agent-Based Traffic Control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ACDA9-7DB6-EC47-DF9F-7998049E37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2646" y="4746936"/>
            <a:ext cx="2816646" cy="16557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Veeramani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2A1EF2-E8C6-CD85-AD0F-227DF87F186E}"/>
              </a:ext>
            </a:extLst>
          </p:cNvPr>
          <p:cNvSpPr txBox="1"/>
          <p:nvPr/>
        </p:nvSpPr>
        <p:spPr>
          <a:xfrm>
            <a:off x="3833870" y="1706263"/>
            <a:ext cx="60372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CO5 AT2 TECHNICAL PRESENTATION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A30E49-33CF-4BBA-00D6-5545DE701486}"/>
              </a:ext>
            </a:extLst>
          </p:cNvPr>
          <p:cNvSpPr txBox="1"/>
          <p:nvPr/>
        </p:nvSpPr>
        <p:spPr>
          <a:xfrm>
            <a:off x="4549967" y="2315105"/>
            <a:ext cx="532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 1707 ARTIFICIAL INTELLIGENCE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A6BADBA-E2B1-E5E1-A641-5A94F63FD795}"/>
              </a:ext>
            </a:extLst>
          </p:cNvPr>
          <p:cNvGrpSpPr>
            <a:grpSpLocks noChangeAspect="1"/>
          </p:cNvGrpSpPr>
          <p:nvPr/>
        </p:nvGrpSpPr>
        <p:grpSpPr>
          <a:xfrm>
            <a:off x="669074" y="455302"/>
            <a:ext cx="10638263" cy="907045"/>
            <a:chOff x="-2386222" y="447199"/>
            <a:chExt cx="19418300" cy="2503170"/>
          </a:xfrm>
        </p:grpSpPr>
        <p:sp>
          <p:nvSpPr>
            <p:cNvPr id="7" name="Freeform 19">
              <a:extLst>
                <a:ext uri="{FF2B5EF4-FFF2-40B4-BE49-F238E27FC236}">
                  <a16:creationId xmlns:a16="http://schemas.microsoft.com/office/drawing/2014/main" id="{CB9559FB-3724-8837-1B0E-EE07A8E5AA83}"/>
                </a:ext>
              </a:extLst>
            </p:cNvPr>
            <p:cNvSpPr/>
            <p:nvPr/>
          </p:nvSpPr>
          <p:spPr>
            <a:xfrm>
              <a:off x="-2386222" y="447199"/>
              <a:ext cx="19418300" cy="2503170"/>
            </a:xfrm>
            <a:custGeom>
              <a:avLst/>
              <a:gdLst/>
              <a:ahLst/>
              <a:cxnLst/>
              <a:rect l="l" t="t" r="r" b="b"/>
              <a:pathLst>
                <a:path w="19418300" h="2503170">
                  <a:moveTo>
                    <a:pt x="0" y="0"/>
                  </a:moveTo>
                  <a:lnTo>
                    <a:pt x="19418300" y="0"/>
                  </a:lnTo>
                  <a:lnTo>
                    <a:pt x="19418300" y="2503170"/>
                  </a:lnTo>
                  <a:lnTo>
                    <a:pt x="0" y="2503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8014DBD-E024-AA58-B224-DA98513E2A09}"/>
              </a:ext>
            </a:extLst>
          </p:cNvPr>
          <p:cNvSpPr txBox="1"/>
          <p:nvPr/>
        </p:nvSpPr>
        <p:spPr>
          <a:xfrm>
            <a:off x="7182999" y="4710744"/>
            <a:ext cx="40431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Geferlin Boffy R- 192571080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989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D3AD4-D69B-5077-E02F-32EDFE7A5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596F8-B83C-E67A-EA16-68823E881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5748"/>
            <a:ext cx="6939709" cy="4337671"/>
          </a:xfrm>
        </p:spPr>
        <p:txBody>
          <a:bodyPr>
            <a:normAutofit fontScale="85000" lnSpcReduction="10000"/>
          </a:bodyPr>
          <a:lstStyle/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traffic signals operate using fixed time intervals.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cannot respond effectively to sudden changes in traffic density.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Reactive Agent continuously observes the traffic environment.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immediately responds to real-time traffic conditions.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is to reduce congestion, waiting time, and unnecessary signal delays.</a:t>
            </a:r>
          </a:p>
          <a:p>
            <a:endParaRPr lang="en-IN" dirty="0"/>
          </a:p>
        </p:txBody>
      </p:sp>
      <p:pic>
        <p:nvPicPr>
          <p:cNvPr id="4" name="Picture 3" descr="Sistem Lampu Isyarat PJ Sentral Dan SS2 Kini Dipacu AI Dibangunkan CelcomDigi">
            <a:extLst>
              <a:ext uri="{FF2B5EF4-FFF2-40B4-BE49-F238E27FC236}">
                <a16:creationId xmlns:a16="http://schemas.microsoft.com/office/drawing/2014/main" id="{47EC27DB-1AD7-5AA7-9473-53B6FF1414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74"/>
          <a:stretch>
            <a:fillRect/>
          </a:stretch>
        </p:blipFill>
        <p:spPr>
          <a:xfrm>
            <a:off x="7535537" y="2490564"/>
            <a:ext cx="4362681" cy="262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661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07C2F-E5F3-0B88-4BFB-E567596C0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70F6C-1AED-0B60-4DB3-43B844102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7906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traffic signal systems use fixed timings and cannot respond effectively to real-time changes in traffic density. This leads to traffic congestion, increased waiting time, fuel consumption, and inefficient road utilization. Therefore, a Reactive Agent-Based Traffic Control System is required to continuously process real-time traffic data and dynamically adjust signal timings to minimize congestion and improve traffic flow.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6964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6156B-FD82-917E-6CCB-F7506CF05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Reactive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E4364-142B-8613-E6D7-8568B7DC7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17684" cy="4351338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Reactive Agent is an AI agent that: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Perceives the current environment.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incoming information.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predefined condition-action rules.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an immediate action.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require long-term planning or memory. 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B1A785-C881-3205-42D7-A987A5D2AA05}"/>
              </a:ext>
            </a:extLst>
          </p:cNvPr>
          <p:cNvSpPr txBox="1"/>
          <p:nvPr/>
        </p:nvSpPr>
        <p:spPr>
          <a:xfrm>
            <a:off x="6841474" y="1477526"/>
            <a:ext cx="4329629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Example</a:t>
            </a:r>
          </a:p>
          <a:p>
            <a:r>
              <a:rPr lang="en-IN" sz="2000" b="1" dirty="0"/>
              <a:t>IF</a:t>
            </a:r>
            <a:r>
              <a:rPr lang="en-IN" sz="2000" dirty="0"/>
              <a:t> traffic density is HIGH</a:t>
            </a:r>
            <a:br>
              <a:rPr lang="en-IN" sz="2000" dirty="0"/>
            </a:br>
            <a:r>
              <a:rPr lang="en-IN" sz="2000" dirty="0"/>
              <a:t>→ </a:t>
            </a:r>
            <a:r>
              <a:rPr lang="en-IN" sz="2000" b="1" dirty="0"/>
              <a:t>THEN</a:t>
            </a:r>
            <a:r>
              <a:rPr lang="en-IN" sz="2000" dirty="0"/>
              <a:t> increase green-light duration.</a:t>
            </a:r>
          </a:p>
          <a:p>
            <a:r>
              <a:rPr lang="en-IN" sz="2000" b="1" dirty="0"/>
              <a:t>IF</a:t>
            </a:r>
            <a:r>
              <a:rPr lang="en-IN" sz="2000" dirty="0"/>
              <a:t> traffic density is LOW</a:t>
            </a:r>
            <a:br>
              <a:rPr lang="en-IN" sz="2000" dirty="0"/>
            </a:br>
            <a:r>
              <a:rPr lang="en-IN" sz="2000" dirty="0"/>
              <a:t>→ </a:t>
            </a:r>
            <a:r>
              <a:rPr lang="en-IN" sz="2000" b="1" dirty="0"/>
              <a:t>THEN</a:t>
            </a:r>
            <a:r>
              <a:rPr lang="en-IN" sz="2000" dirty="0"/>
              <a:t> reduce green-light duration.</a:t>
            </a:r>
          </a:p>
          <a:p>
            <a:r>
              <a:rPr lang="en-IN" sz="2000" b="1" dirty="0"/>
              <a:t>IF</a:t>
            </a:r>
            <a:r>
              <a:rPr lang="en-IN" sz="2000" dirty="0"/>
              <a:t> emergency vehicle detected</a:t>
            </a:r>
            <a:br>
              <a:rPr lang="en-IN" sz="2000" dirty="0"/>
            </a:br>
            <a:r>
              <a:rPr lang="en-IN" sz="2000" dirty="0"/>
              <a:t>→ </a:t>
            </a:r>
            <a:r>
              <a:rPr lang="en-IN" sz="2000" b="1" dirty="0"/>
              <a:t>THEN</a:t>
            </a:r>
            <a:r>
              <a:rPr lang="en-IN" sz="2000" dirty="0"/>
              <a:t> provide priority green signal.</a:t>
            </a:r>
          </a:p>
          <a:p>
            <a:endParaRPr lang="en-IN" dirty="0"/>
          </a:p>
        </p:txBody>
      </p:sp>
      <p:pic>
        <p:nvPicPr>
          <p:cNvPr id="5" name="Picture 4" descr="Week 6: AI agents are evolving – and so is the AI industry: A deep dive into AI Agents and their use cases">
            <a:extLst>
              <a:ext uri="{FF2B5EF4-FFF2-40B4-BE49-F238E27FC236}">
                <a16:creationId xmlns:a16="http://schemas.microsoft.com/office/drawing/2014/main" id="{8E5166A1-58A6-5AE9-1301-74BCE3044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552" y="3897047"/>
            <a:ext cx="2384629" cy="243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198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9E45D-F502-7BC7-A88A-339FD2018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647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8CEF89-8746-5256-361B-7971863B71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926" t="8428" r="2074"/>
          <a:stretch>
            <a:fillRect/>
          </a:stretch>
        </p:blipFill>
        <p:spPr>
          <a:xfrm>
            <a:off x="396606" y="1443210"/>
            <a:ext cx="11641507" cy="506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68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546E2-DA18-A675-6A2E-B11DEEB58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E66C3-41AA-E9DC-5598-3527186E7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352" y="2081036"/>
            <a:ext cx="5254127" cy="22596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 Traffic Data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continuously receives traffic information from sensors and cameras.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3BEA69-BF5E-74C9-4AD4-56FDA27D4D13}"/>
              </a:ext>
            </a:extLst>
          </p:cNvPr>
          <p:cNvSpPr txBox="1"/>
          <p:nvPr/>
        </p:nvSpPr>
        <p:spPr>
          <a:xfrm>
            <a:off x="7343661" y="1547581"/>
            <a:ext cx="391098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sensor detects: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Lane A → 80 vehicles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Lane B → 25 vehicles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Lane C → 15 vehicles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Lane D → 10 vehicles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agent identifies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Lane A as highly congested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dynamically increases its green-light duration.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DCADED-6F8E-1EAC-97D7-03FEB27A3EE0}"/>
              </a:ext>
            </a:extLst>
          </p:cNvPr>
          <p:cNvSpPr txBox="1"/>
          <p:nvPr/>
        </p:nvSpPr>
        <p:spPr>
          <a:xfrm>
            <a:off x="365392" y="3899971"/>
            <a:ext cx="1165217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 Processing: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→ Data Cleaning → Real-Time Analysis → Agent Decision → Signal Update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6676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F72AB-A291-FB12-5268-817380759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Signal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F4F5D-505E-6216-CECF-980CF5341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continuously monitors traffic density.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green-light duration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traffic conditions.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traffic →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green time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traffic →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 green time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reduce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length and waiting time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traffic → 30 sec green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 traffic → 50 sec green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7354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55E1C-C028-5434-0909-E661544DA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Congestion &amp; Emergency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B82B9-46B3-5970-ADAB-9153598A5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981241" cy="4498058"/>
          </a:xfrm>
        </p:spPr>
        <p:txBody>
          <a:bodyPr>
            <a:normAutofit fontScale="85000" lnSpcReduction="20000"/>
          </a:bodyPr>
          <a:lstStyle/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congestion by giving priority to heavily crowded lanes.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Minimizes average vehicle waiting time.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emergency vehicles in real time.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vehicle detected →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green signal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vehicle passes, the system returns to normal operation.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C292FC-01D0-B302-23BB-EA91C2201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441" y="2431553"/>
            <a:ext cx="4784981" cy="287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0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D80B6-BF4E-8C24-6C1B-1CB46A54C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E2A9C-8AB1-1A31-1F08-A95778A15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719371" cy="4883647"/>
          </a:xfrm>
        </p:spPr>
        <p:txBody>
          <a:bodyPr>
            <a:normAutofit fontScale="77500" lnSpcReduction="20000"/>
          </a:bodyPr>
          <a:lstStyle/>
          <a:p>
            <a:pPr lvl="0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Reactive Agent provides fast and automatic traffic control. </a:t>
            </a:r>
          </a:p>
          <a:p>
            <a:pPr lvl="0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streaming data allows continuous monitoring of traffic conditions. </a:t>
            </a:r>
          </a:p>
          <a:p>
            <a:pPr lvl="0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Condition-action rules enable immediate signal changes. </a:t>
            </a:r>
          </a:p>
          <a:p>
            <a:pPr lvl="0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signal management helps reduce congestion and waiting time. </a:t>
            </a:r>
          </a:p>
          <a:p>
            <a:pPr lvl="0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serve as a foundation for AI-powered smart city traffic management.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5162F9-A4A1-2080-7C99-8C219AE2E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226" y="1902743"/>
            <a:ext cx="3528574" cy="352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362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 you card - pink - Belle Box">
            <a:extLst>
              <a:ext uri="{FF2B5EF4-FFF2-40B4-BE49-F238E27FC236}">
                <a16:creationId xmlns:a16="http://schemas.microsoft.com/office/drawing/2014/main" id="{1AE78C8F-C209-C0AB-B13E-C82FB568D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542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451</Words>
  <Application>Microsoft Office PowerPoint</Application>
  <PresentationFormat>Widescreen</PresentationFormat>
  <Paragraphs>60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Reactive Agent-Based Traffic Control System</vt:lpstr>
      <vt:lpstr>INTRODUCTION</vt:lpstr>
      <vt:lpstr>Problem Statement</vt:lpstr>
      <vt:lpstr>Reactive Agent</vt:lpstr>
      <vt:lpstr>System Architecture</vt:lpstr>
      <vt:lpstr>Real-Time Data Processing</vt:lpstr>
      <vt:lpstr>Dynamic Signal Management</vt:lpstr>
      <vt:lpstr>Congestion &amp; Emergency Management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Geferlin Boffy</dc:creator>
  <cp:lastModifiedBy>Geferlin Boffy</cp:lastModifiedBy>
  <cp:revision>1</cp:revision>
  <dcterms:created xsi:type="dcterms:W3CDTF">2026-08-24T03:56:02Z</dcterms:created>
  <dcterms:modified xsi:type="dcterms:W3CDTF">2026-08-25T17:31:04Z</dcterms:modified>
</cp:coreProperties>
</file>